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318" r:id="rId3"/>
    <p:sldId id="295" r:id="rId4"/>
    <p:sldId id="317" r:id="rId5"/>
    <p:sldId id="297" r:id="rId6"/>
    <p:sldId id="301" r:id="rId7"/>
    <p:sldId id="296" r:id="rId8"/>
    <p:sldId id="303" r:id="rId9"/>
    <p:sldId id="298" r:id="rId10"/>
    <p:sldId id="299" r:id="rId11"/>
    <p:sldId id="304" r:id="rId12"/>
    <p:sldId id="300" r:id="rId13"/>
    <p:sldId id="315" r:id="rId14"/>
    <p:sldId id="305" r:id="rId15"/>
    <p:sldId id="306" r:id="rId16"/>
    <p:sldId id="307" r:id="rId17"/>
    <p:sldId id="302" r:id="rId18"/>
    <p:sldId id="310" r:id="rId19"/>
    <p:sldId id="311" r:id="rId20"/>
    <p:sldId id="309" r:id="rId21"/>
    <p:sldId id="308" r:id="rId22"/>
    <p:sldId id="312" r:id="rId23"/>
    <p:sldId id="313" r:id="rId24"/>
    <p:sldId id="31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82EAAB-E44C-45EA-A63F-1E4B74F05628}">
          <p14:sldIdLst>
            <p14:sldId id="256"/>
            <p14:sldId id="318"/>
            <p14:sldId id="295"/>
            <p14:sldId id="317"/>
            <p14:sldId id="297"/>
            <p14:sldId id="301"/>
          </p14:sldIdLst>
        </p14:section>
        <p14:section name="EIS" id="{E127DDEA-497B-44FD-B029-7174733CF8D1}">
          <p14:sldIdLst>
            <p14:sldId id="296"/>
            <p14:sldId id="303"/>
            <p14:sldId id="298"/>
            <p14:sldId id="299"/>
            <p14:sldId id="304"/>
          </p14:sldIdLst>
        </p14:section>
        <p14:section name="freq. values" id="{C0F88645-18F6-4B2D-A294-59F84BF73845}">
          <p14:sldIdLst>
            <p14:sldId id="300"/>
            <p14:sldId id="315"/>
          </p14:sldIdLst>
        </p14:section>
        <p14:section name="Eq. circuit" id="{FB1277E1-AF62-4993-B5D9-270439284E1B}">
          <p14:sldIdLst>
            <p14:sldId id="305"/>
            <p14:sldId id="306"/>
            <p14:sldId id="307"/>
            <p14:sldId id="302"/>
            <p14:sldId id="310"/>
          </p14:sldIdLst>
        </p14:section>
        <p14:section name="Pt vs PEDOT" id="{2964A29F-6C7A-446B-A554-C8DEC938F2DC}">
          <p14:sldIdLst>
            <p14:sldId id="311"/>
            <p14:sldId id="309"/>
            <p14:sldId id="308"/>
          </p14:sldIdLst>
        </p14:section>
        <p14:section name="simulation" id="{B69C5308-353C-4DBA-A2BD-89A9F49F25B4}">
          <p14:sldIdLst>
            <p14:sldId id="312"/>
            <p14:sldId id="313"/>
          </p14:sldIdLst>
        </p14:section>
        <p14:section name="Conclusions" id="{9147B628-9E72-324C-B9EA-D4DA407A8BCA}">
          <p14:sldIdLst>
            <p14:sldId id="31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C483C9-91A3-504B-A65E-4D7E4FDA5DFC}" v="117" dt="2026-01-29T12:18:09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20" autoAdjust="0"/>
    <p:restoredTop sz="94710"/>
  </p:normalViewPr>
  <p:slideViewPr>
    <p:cSldViewPr snapToGrid="0">
      <p:cViewPr varScale="1">
        <p:scale>
          <a:sx n="150" d="100"/>
          <a:sy n="150" d="100"/>
        </p:scale>
        <p:origin x="41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ia Peressotti" userId="69db6170-70b8-4881-b5df-af46647ec207" providerId="ADAL" clId="{490399DD-8E69-5F3F-A826-5F39AE8ECDC7}"/>
    <pc:docChg chg="undo custSel addSld delSld modSld sldOrd addSection modSection">
      <pc:chgData name="Sofia Peressotti" userId="69db6170-70b8-4881-b5df-af46647ec207" providerId="ADAL" clId="{490399DD-8E69-5F3F-A826-5F39AE8ECDC7}" dt="2026-01-29T12:20:05.627" v="3191" actId="9405"/>
      <pc:docMkLst>
        <pc:docMk/>
      </pc:docMkLst>
      <pc:sldChg chg="modSp mod">
        <pc:chgData name="Sofia Peressotti" userId="69db6170-70b8-4881-b5df-af46647ec207" providerId="ADAL" clId="{490399DD-8E69-5F3F-A826-5F39AE8ECDC7}" dt="2026-01-15T15:28:24.601" v="63" actId="20577"/>
        <pc:sldMkLst>
          <pc:docMk/>
          <pc:sldMk cId="1949093117" sldId="256"/>
        </pc:sldMkLst>
        <pc:spChg chg="mod">
          <ac:chgData name="Sofia Peressotti" userId="69db6170-70b8-4881-b5df-af46647ec207" providerId="ADAL" clId="{490399DD-8E69-5F3F-A826-5F39AE8ECDC7}" dt="2026-01-15T15:28:10.365" v="10" actId="20577"/>
          <ac:spMkLst>
            <pc:docMk/>
            <pc:sldMk cId="1949093117" sldId="256"/>
            <ac:spMk id="2" creationId="{3991940C-FE0D-481D-CB3B-00FB37246DE9}"/>
          </ac:spMkLst>
        </pc:spChg>
        <pc:spChg chg="mod">
          <ac:chgData name="Sofia Peressotti" userId="69db6170-70b8-4881-b5df-af46647ec207" providerId="ADAL" clId="{490399DD-8E69-5F3F-A826-5F39AE8ECDC7}" dt="2026-01-15T15:28:24.601" v="63" actId="20577"/>
          <ac:spMkLst>
            <pc:docMk/>
            <pc:sldMk cId="1949093117" sldId="256"/>
            <ac:spMk id="3" creationId="{3DD422D9-9702-E498-8B4F-0D6CD235F91D}"/>
          </ac:spMkLst>
        </pc:spChg>
      </pc:sldChg>
      <pc:sldChg chg="delSp modSp mod">
        <pc:chgData name="Sofia Peressotti" userId="69db6170-70b8-4881-b5df-af46647ec207" providerId="ADAL" clId="{490399DD-8E69-5F3F-A826-5F39AE8ECDC7}" dt="2026-01-15T15:28:51.619" v="78" actId="20577"/>
        <pc:sldMkLst>
          <pc:docMk/>
          <pc:sldMk cId="3445019471" sldId="295"/>
        </pc:sldMkLst>
        <pc:spChg chg="mod">
          <ac:chgData name="Sofia Peressotti" userId="69db6170-70b8-4881-b5df-af46647ec207" providerId="ADAL" clId="{490399DD-8E69-5F3F-A826-5F39AE8ECDC7}" dt="2026-01-15T15:28:51.619" v="78" actId="20577"/>
          <ac:spMkLst>
            <pc:docMk/>
            <pc:sldMk cId="3445019471" sldId="295"/>
            <ac:spMk id="2" creationId="{579F7BDF-7DA0-0E6B-459A-989046B01B3F}"/>
          </ac:spMkLst>
        </pc:spChg>
        <pc:picChg chg="mod">
          <ac:chgData name="Sofia Peressotti" userId="69db6170-70b8-4881-b5df-af46647ec207" providerId="ADAL" clId="{490399DD-8E69-5F3F-A826-5F39AE8ECDC7}" dt="2026-01-15T15:28:43.584" v="68" actId="14100"/>
          <ac:picMkLst>
            <pc:docMk/>
            <pc:sldMk cId="3445019471" sldId="295"/>
            <ac:picMk id="10" creationId="{C0C51042-1A06-9BAF-EA47-984D23A97481}"/>
          </ac:picMkLst>
        </pc:picChg>
        <pc:picChg chg="mod">
          <ac:chgData name="Sofia Peressotti" userId="69db6170-70b8-4881-b5df-af46647ec207" providerId="ADAL" clId="{490399DD-8E69-5F3F-A826-5F39AE8ECDC7}" dt="2026-01-15T15:28:38.935" v="66" actId="1076"/>
          <ac:picMkLst>
            <pc:docMk/>
            <pc:sldMk cId="3445019471" sldId="295"/>
            <ac:picMk id="15" creationId="{F23E1A74-238B-A4D3-DAEA-7FA9EEF8C7D7}"/>
          </ac:picMkLst>
        </pc:picChg>
      </pc:sldChg>
      <pc:sldChg chg="addSp delSp modSp add mod">
        <pc:chgData name="Sofia Peressotti" userId="69db6170-70b8-4881-b5df-af46647ec207" providerId="ADAL" clId="{490399DD-8E69-5F3F-A826-5F39AE8ECDC7}" dt="2026-01-15T15:45:00.893" v="560" actId="20577"/>
        <pc:sldMkLst>
          <pc:docMk/>
          <pc:sldMk cId="3739207204" sldId="296"/>
        </pc:sldMkLst>
        <pc:spChg chg="mod">
          <ac:chgData name="Sofia Peressotti" userId="69db6170-70b8-4881-b5df-af46647ec207" providerId="ADAL" clId="{490399DD-8E69-5F3F-A826-5F39AE8ECDC7}" dt="2026-01-15T15:45:00.893" v="560" actId="20577"/>
          <ac:spMkLst>
            <pc:docMk/>
            <pc:sldMk cId="3739207204" sldId="296"/>
            <ac:spMk id="2" creationId="{779EA01C-C56E-6715-384B-B0C033CB9B2D}"/>
          </ac:spMkLst>
        </pc:spChg>
        <pc:picChg chg="add mod">
          <ac:chgData name="Sofia Peressotti" userId="69db6170-70b8-4881-b5df-af46647ec207" providerId="ADAL" clId="{490399DD-8E69-5F3F-A826-5F39AE8ECDC7}" dt="2026-01-15T15:44:55.311" v="547" actId="1076"/>
          <ac:picMkLst>
            <pc:docMk/>
            <pc:sldMk cId="3739207204" sldId="296"/>
            <ac:picMk id="6" creationId="{56A0AFAD-C5B6-B962-2E49-6539F1A37F60}"/>
          </ac:picMkLst>
        </pc:picChg>
        <pc:picChg chg="add mod">
          <ac:chgData name="Sofia Peressotti" userId="69db6170-70b8-4881-b5df-af46647ec207" providerId="ADAL" clId="{490399DD-8E69-5F3F-A826-5F39AE8ECDC7}" dt="2026-01-15T15:44:57.238" v="548" actId="1076"/>
          <ac:picMkLst>
            <pc:docMk/>
            <pc:sldMk cId="3739207204" sldId="296"/>
            <ac:picMk id="9" creationId="{2FEC598A-FC01-2AC1-1CD9-F42B1E3E7663}"/>
          </ac:picMkLst>
        </pc:picChg>
      </pc:sldChg>
      <pc:sldChg chg="addSp delSp modSp new mod">
        <pc:chgData name="Sofia Peressotti" userId="69db6170-70b8-4881-b5df-af46647ec207" providerId="ADAL" clId="{490399DD-8E69-5F3F-A826-5F39AE8ECDC7}" dt="2026-01-29T11:58:51.288" v="3176"/>
        <pc:sldMkLst>
          <pc:docMk/>
          <pc:sldMk cId="771087662" sldId="297"/>
        </pc:sldMkLst>
        <pc:spChg chg="mod">
          <ac:chgData name="Sofia Peressotti" userId="69db6170-70b8-4881-b5df-af46647ec207" providerId="ADAL" clId="{490399DD-8E69-5F3F-A826-5F39AE8ECDC7}" dt="2026-01-15T15:29:56.106" v="137" actId="20577"/>
          <ac:spMkLst>
            <pc:docMk/>
            <pc:sldMk cId="771087662" sldId="297"/>
            <ac:spMk id="2" creationId="{E8B617A1-9C78-0968-B215-C40850242AFE}"/>
          </ac:spMkLst>
        </pc:spChg>
        <pc:spChg chg="mod">
          <ac:chgData name="Sofia Peressotti" userId="69db6170-70b8-4881-b5df-af46647ec207" providerId="ADAL" clId="{490399DD-8E69-5F3F-A826-5F39AE8ECDC7}" dt="2026-01-15T15:30:12.086" v="158" actId="20577"/>
          <ac:spMkLst>
            <pc:docMk/>
            <pc:sldMk cId="771087662" sldId="297"/>
            <ac:spMk id="3" creationId="{EDDC18CF-6FF3-DE49-8135-36C9F28001F1}"/>
          </ac:spMkLst>
        </pc:spChg>
        <pc:spChg chg="add del mod">
          <ac:chgData name="Sofia Peressotti" userId="69db6170-70b8-4881-b5df-af46647ec207" providerId="ADAL" clId="{490399DD-8E69-5F3F-A826-5F39AE8ECDC7}" dt="2026-01-29T11:58:51.288" v="3176"/>
          <ac:spMkLst>
            <pc:docMk/>
            <pc:sldMk cId="771087662" sldId="297"/>
            <ac:spMk id="4" creationId="{49A2D039-2ACF-5D59-B336-A1A186419969}"/>
          </ac:spMkLst>
        </pc:spChg>
      </pc:sldChg>
      <pc:sldChg chg="addSp delSp modSp add mod">
        <pc:chgData name="Sofia Peressotti" userId="69db6170-70b8-4881-b5df-af46647ec207" providerId="ADAL" clId="{490399DD-8E69-5F3F-A826-5F39AE8ECDC7}" dt="2026-01-16T09:02:42.858" v="721" actId="732"/>
        <pc:sldMkLst>
          <pc:docMk/>
          <pc:sldMk cId="394451524" sldId="298"/>
        </pc:sldMkLst>
        <pc:spChg chg="mod">
          <ac:chgData name="Sofia Peressotti" userId="69db6170-70b8-4881-b5df-af46647ec207" providerId="ADAL" clId="{490399DD-8E69-5F3F-A826-5F39AE8ECDC7}" dt="2026-01-15T15:34:13.959" v="301" actId="1076"/>
          <ac:spMkLst>
            <pc:docMk/>
            <pc:sldMk cId="394451524" sldId="298"/>
            <ac:spMk id="2" creationId="{3E4835A8-04B9-B387-891F-E7BC97CD2275}"/>
          </ac:spMkLst>
        </pc:spChg>
        <pc:spChg chg="add mod">
          <ac:chgData name="Sofia Peressotti" userId="69db6170-70b8-4881-b5df-af46647ec207" providerId="ADAL" clId="{490399DD-8E69-5F3F-A826-5F39AE8ECDC7}" dt="2026-01-15T15:33:40.439" v="291" actId="207"/>
          <ac:spMkLst>
            <pc:docMk/>
            <pc:sldMk cId="394451524" sldId="298"/>
            <ac:spMk id="9" creationId="{6137A7C6-18DF-BC1A-4AB4-FC0ADC9B239C}"/>
          </ac:spMkLst>
        </pc:spChg>
        <pc:spChg chg="add mod">
          <ac:chgData name="Sofia Peressotti" userId="69db6170-70b8-4881-b5df-af46647ec207" providerId="ADAL" clId="{490399DD-8E69-5F3F-A826-5F39AE8ECDC7}" dt="2026-01-15T15:33:34.726" v="290" actId="20577"/>
          <ac:spMkLst>
            <pc:docMk/>
            <pc:sldMk cId="394451524" sldId="298"/>
            <ac:spMk id="10" creationId="{AAFF5145-F84A-82B8-93E5-A0A24CA30E88}"/>
          </ac:spMkLst>
        </pc:spChg>
        <pc:spChg chg="add mod">
          <ac:chgData name="Sofia Peressotti" userId="69db6170-70b8-4881-b5df-af46647ec207" providerId="ADAL" clId="{490399DD-8E69-5F3F-A826-5F39AE8ECDC7}" dt="2026-01-15T16:02:46.183" v="675" actId="20577"/>
          <ac:spMkLst>
            <pc:docMk/>
            <pc:sldMk cId="394451524" sldId="298"/>
            <ac:spMk id="13" creationId="{7403D0FC-73BB-BE5D-84A1-DCA663793EAF}"/>
          </ac:spMkLst>
        </pc:spChg>
        <pc:picChg chg="add mod">
          <ac:chgData name="Sofia Peressotti" userId="69db6170-70b8-4881-b5df-af46647ec207" providerId="ADAL" clId="{490399DD-8E69-5F3F-A826-5F39AE8ECDC7}" dt="2026-01-15T15:46:46.368" v="600" actId="1076"/>
          <ac:picMkLst>
            <pc:docMk/>
            <pc:sldMk cId="394451524" sldId="298"/>
            <ac:picMk id="4" creationId="{C71BD794-7AFE-CF06-87F6-92E5CAFA20B2}"/>
          </ac:picMkLst>
        </pc:picChg>
        <pc:picChg chg="add mod">
          <ac:chgData name="Sofia Peressotti" userId="69db6170-70b8-4881-b5df-af46647ec207" providerId="ADAL" clId="{490399DD-8E69-5F3F-A826-5F39AE8ECDC7}" dt="2026-01-15T15:46:46.368" v="600" actId="1076"/>
          <ac:picMkLst>
            <pc:docMk/>
            <pc:sldMk cId="394451524" sldId="298"/>
            <ac:picMk id="7" creationId="{534032E2-5D90-DEB8-B7DF-FCB6BBDCC3AC}"/>
          </ac:picMkLst>
        </pc:picChg>
        <pc:picChg chg="add del mod modCrop">
          <ac:chgData name="Sofia Peressotti" userId="69db6170-70b8-4881-b5df-af46647ec207" providerId="ADAL" clId="{490399DD-8E69-5F3F-A826-5F39AE8ECDC7}" dt="2026-01-16T09:02:38.100" v="720" actId="1076"/>
          <ac:picMkLst>
            <pc:docMk/>
            <pc:sldMk cId="394451524" sldId="298"/>
            <ac:picMk id="14" creationId="{15972C67-FFB2-C1DB-076D-EB766D9AAAAD}"/>
          </ac:picMkLst>
        </pc:picChg>
        <pc:picChg chg="add mod modCrop">
          <ac:chgData name="Sofia Peressotti" userId="69db6170-70b8-4881-b5df-af46647ec207" providerId="ADAL" clId="{490399DD-8E69-5F3F-A826-5F39AE8ECDC7}" dt="2026-01-16T09:02:42.858" v="721" actId="732"/>
          <ac:picMkLst>
            <pc:docMk/>
            <pc:sldMk cId="394451524" sldId="298"/>
            <ac:picMk id="15" creationId="{3DC3A1E7-6D2D-6256-7A2B-651A51F6F41A}"/>
          </ac:picMkLst>
        </pc:picChg>
      </pc:sldChg>
      <pc:sldChg chg="addSp delSp modSp add mod">
        <pc:chgData name="Sofia Peressotti" userId="69db6170-70b8-4881-b5df-af46647ec207" providerId="ADAL" clId="{490399DD-8E69-5F3F-A826-5F39AE8ECDC7}" dt="2026-01-16T09:02:49.594" v="722"/>
        <pc:sldMkLst>
          <pc:docMk/>
          <pc:sldMk cId="4165595951" sldId="299"/>
        </pc:sldMkLst>
        <pc:spChg chg="mod">
          <ac:chgData name="Sofia Peressotti" userId="69db6170-70b8-4881-b5df-af46647ec207" providerId="ADAL" clId="{490399DD-8E69-5F3F-A826-5F39AE8ECDC7}" dt="2026-01-15T15:34:10.739" v="299" actId="207"/>
          <ac:spMkLst>
            <pc:docMk/>
            <pc:sldMk cId="4165595951" sldId="299"/>
            <ac:spMk id="2" creationId="{959DCA02-DE89-8790-F7F3-480EDC2FE952}"/>
          </ac:spMkLst>
        </pc:spChg>
        <pc:spChg chg="add mod">
          <ac:chgData name="Sofia Peressotti" userId="69db6170-70b8-4881-b5df-af46647ec207" providerId="ADAL" clId="{490399DD-8E69-5F3F-A826-5F39AE8ECDC7}" dt="2026-01-15T15:34:36.715" v="303"/>
          <ac:spMkLst>
            <pc:docMk/>
            <pc:sldMk cId="4165595951" sldId="299"/>
            <ac:spMk id="9" creationId="{90ED60A2-67A6-ED4E-2147-B1EA13751919}"/>
          </ac:spMkLst>
        </pc:spChg>
        <pc:spChg chg="add mod">
          <ac:chgData name="Sofia Peressotti" userId="69db6170-70b8-4881-b5df-af46647ec207" providerId="ADAL" clId="{490399DD-8E69-5F3F-A826-5F39AE8ECDC7}" dt="2026-01-15T15:34:36.715" v="303"/>
          <ac:spMkLst>
            <pc:docMk/>
            <pc:sldMk cId="4165595951" sldId="299"/>
            <ac:spMk id="10" creationId="{887C36A6-8A39-5F94-0158-6F548175B051}"/>
          </ac:spMkLst>
        </pc:spChg>
        <pc:spChg chg="add mod">
          <ac:chgData name="Sofia Peressotti" userId="69db6170-70b8-4881-b5df-af46647ec207" providerId="ADAL" clId="{490399DD-8E69-5F3F-A826-5F39AE8ECDC7}" dt="2026-01-15T16:03:03.454" v="679"/>
          <ac:spMkLst>
            <pc:docMk/>
            <pc:sldMk cId="4165595951" sldId="299"/>
            <ac:spMk id="15" creationId="{E973D532-52E7-E435-93E5-DFC29611C861}"/>
          </ac:spMkLst>
        </pc:spChg>
        <pc:picChg chg="add mod">
          <ac:chgData name="Sofia Peressotti" userId="69db6170-70b8-4881-b5df-af46647ec207" providerId="ADAL" clId="{490399DD-8E69-5F3F-A826-5F39AE8ECDC7}" dt="2026-01-15T15:46:35.880" v="597" actId="1076"/>
          <ac:picMkLst>
            <pc:docMk/>
            <pc:sldMk cId="4165595951" sldId="299"/>
            <ac:picMk id="5" creationId="{56763021-C77B-6112-DF9E-62DD1C5ADF79}"/>
          </ac:picMkLst>
        </pc:picChg>
        <pc:picChg chg="add mod">
          <ac:chgData name="Sofia Peressotti" userId="69db6170-70b8-4881-b5df-af46647ec207" providerId="ADAL" clId="{490399DD-8E69-5F3F-A826-5F39AE8ECDC7}" dt="2026-01-15T15:46:35.880" v="597" actId="1076"/>
          <ac:picMkLst>
            <pc:docMk/>
            <pc:sldMk cId="4165595951" sldId="299"/>
            <ac:picMk id="8" creationId="{577C5C92-04B2-2E56-E9EA-40A8441B66E0}"/>
          </ac:picMkLst>
        </pc:picChg>
        <pc:picChg chg="add mod">
          <ac:chgData name="Sofia Peressotti" userId="69db6170-70b8-4881-b5df-af46647ec207" providerId="ADAL" clId="{490399DD-8E69-5F3F-A826-5F39AE8ECDC7}" dt="2026-01-16T09:02:49.594" v="722"/>
          <ac:picMkLst>
            <pc:docMk/>
            <pc:sldMk cId="4165595951" sldId="299"/>
            <ac:picMk id="16" creationId="{CF8A94B5-B83C-4330-DBDF-058095B0F69C}"/>
          </ac:picMkLst>
        </pc:picChg>
        <pc:picChg chg="add mod">
          <ac:chgData name="Sofia Peressotti" userId="69db6170-70b8-4881-b5df-af46647ec207" providerId="ADAL" clId="{490399DD-8E69-5F3F-A826-5F39AE8ECDC7}" dt="2026-01-16T09:02:49.594" v="722"/>
          <ac:picMkLst>
            <pc:docMk/>
            <pc:sldMk cId="4165595951" sldId="299"/>
            <ac:picMk id="17" creationId="{9706DCFB-6B39-049D-88F2-26495D400C38}"/>
          </ac:picMkLst>
        </pc:picChg>
      </pc:sldChg>
      <pc:sldChg chg="addSp delSp modSp add mod">
        <pc:chgData name="Sofia Peressotti" userId="69db6170-70b8-4881-b5df-af46647ec207" providerId="ADAL" clId="{490399DD-8E69-5F3F-A826-5F39AE8ECDC7}" dt="2026-01-21T15:01:44.901" v="994" actId="20577"/>
        <pc:sldMkLst>
          <pc:docMk/>
          <pc:sldMk cId="3357640813" sldId="300"/>
        </pc:sldMkLst>
        <pc:spChg chg="mod">
          <ac:chgData name="Sofia Peressotti" userId="69db6170-70b8-4881-b5df-af46647ec207" providerId="ADAL" clId="{490399DD-8E69-5F3F-A826-5F39AE8ECDC7}" dt="2026-01-21T15:01:44.901" v="994" actId="20577"/>
          <ac:spMkLst>
            <pc:docMk/>
            <pc:sldMk cId="3357640813" sldId="300"/>
            <ac:spMk id="2" creationId="{038E6756-CA1A-D5CD-998B-53469409D8DD}"/>
          </ac:spMkLst>
        </pc:spChg>
        <pc:spChg chg="mod">
          <ac:chgData name="Sofia Peressotti" userId="69db6170-70b8-4881-b5df-af46647ec207" providerId="ADAL" clId="{490399DD-8E69-5F3F-A826-5F39AE8ECDC7}" dt="2026-01-15T15:37:06.694" v="362" actId="1076"/>
          <ac:spMkLst>
            <pc:docMk/>
            <pc:sldMk cId="3357640813" sldId="300"/>
            <ac:spMk id="9" creationId="{8086704C-C5CC-4541-E286-FB876935B648}"/>
          </ac:spMkLst>
        </pc:spChg>
        <pc:spChg chg="mod">
          <ac:chgData name="Sofia Peressotti" userId="69db6170-70b8-4881-b5df-af46647ec207" providerId="ADAL" clId="{490399DD-8E69-5F3F-A826-5F39AE8ECDC7}" dt="2026-01-15T15:37:16.348" v="364" actId="1076"/>
          <ac:spMkLst>
            <pc:docMk/>
            <pc:sldMk cId="3357640813" sldId="300"/>
            <ac:spMk id="10" creationId="{10E2948D-4057-B81B-02A7-0B64546C95E1}"/>
          </ac:spMkLst>
        </pc:spChg>
        <pc:spChg chg="add mod">
          <ac:chgData name="Sofia Peressotti" userId="69db6170-70b8-4881-b5df-af46647ec207" providerId="ADAL" clId="{490399DD-8E69-5F3F-A826-5F39AE8ECDC7}" dt="2026-01-15T15:37:12.845" v="363" actId="1076"/>
          <ac:spMkLst>
            <pc:docMk/>
            <pc:sldMk cId="3357640813" sldId="300"/>
            <ac:spMk id="14" creationId="{AC2DE549-6B17-2262-8FA2-5960BA17F9A0}"/>
          </ac:spMkLst>
        </pc:spChg>
        <pc:spChg chg="add mod">
          <ac:chgData name="Sofia Peressotti" userId="69db6170-70b8-4881-b5df-af46647ec207" providerId="ADAL" clId="{490399DD-8E69-5F3F-A826-5F39AE8ECDC7}" dt="2026-01-15T15:47:32.951" v="604" actId="1076"/>
          <ac:spMkLst>
            <pc:docMk/>
            <pc:sldMk cId="3357640813" sldId="300"/>
            <ac:spMk id="15" creationId="{1C3389D8-CA08-4E06-CC92-3589D0C4D617}"/>
          </ac:spMkLst>
        </pc:spChg>
        <pc:grpChg chg="add mod">
          <ac:chgData name="Sofia Peressotti" userId="69db6170-70b8-4881-b5df-af46647ec207" providerId="ADAL" clId="{490399DD-8E69-5F3F-A826-5F39AE8ECDC7}" dt="2026-01-15T15:47:25.200" v="603" actId="1076"/>
          <ac:grpSpMkLst>
            <pc:docMk/>
            <pc:sldMk cId="3357640813" sldId="300"/>
            <ac:grpSpMk id="13" creationId="{4D2A44C7-4F53-08F2-C084-4BD6AAF36134}"/>
          </ac:grpSpMkLst>
        </pc:grpChg>
        <pc:picChg chg="add mod">
          <ac:chgData name="Sofia Peressotti" userId="69db6170-70b8-4881-b5df-af46647ec207" providerId="ADAL" clId="{490399DD-8E69-5F3F-A826-5F39AE8ECDC7}" dt="2026-01-15T15:35:58.198" v="343" actId="1076"/>
          <ac:picMkLst>
            <pc:docMk/>
            <pc:sldMk cId="3357640813" sldId="300"/>
            <ac:picMk id="4" creationId="{C3B50FDB-B71C-C5B1-22EC-FCED6DEAACEB}"/>
          </ac:picMkLst>
        </pc:picChg>
        <pc:picChg chg="add mod">
          <ac:chgData name="Sofia Peressotti" userId="69db6170-70b8-4881-b5df-af46647ec207" providerId="ADAL" clId="{490399DD-8E69-5F3F-A826-5F39AE8ECDC7}" dt="2026-01-15T15:36:04.207" v="346" actId="1076"/>
          <ac:picMkLst>
            <pc:docMk/>
            <pc:sldMk cId="3357640813" sldId="300"/>
            <ac:picMk id="7" creationId="{43CE22D4-C180-6508-A527-FB6805EA4259}"/>
          </ac:picMkLst>
        </pc:picChg>
        <pc:picChg chg="add mod">
          <ac:chgData name="Sofia Peressotti" userId="69db6170-70b8-4881-b5df-af46647ec207" providerId="ADAL" clId="{490399DD-8E69-5F3F-A826-5F39AE8ECDC7}" dt="2026-01-15T15:36:00.474" v="344" actId="1076"/>
          <ac:picMkLst>
            <pc:docMk/>
            <pc:sldMk cId="3357640813" sldId="300"/>
            <ac:picMk id="12" creationId="{8D3B1817-BCBF-DB3D-8046-59A44A0777D1}"/>
          </ac:picMkLst>
        </pc:picChg>
        <pc:picChg chg="add mod">
          <ac:chgData name="Sofia Peressotti" userId="69db6170-70b8-4881-b5df-af46647ec207" providerId="ADAL" clId="{490399DD-8E69-5F3F-A826-5F39AE8ECDC7}" dt="2026-01-16T09:03:05.538" v="726" actId="1076"/>
          <ac:picMkLst>
            <pc:docMk/>
            <pc:sldMk cId="3357640813" sldId="300"/>
            <ac:picMk id="16" creationId="{44A84827-19F3-5068-5218-DAEDD061A383}"/>
          </ac:picMkLst>
        </pc:picChg>
        <pc:picChg chg="add mod">
          <ac:chgData name="Sofia Peressotti" userId="69db6170-70b8-4881-b5df-af46647ec207" providerId="ADAL" clId="{490399DD-8E69-5F3F-A826-5F39AE8ECDC7}" dt="2026-01-16T09:03:03.835" v="725" actId="1076"/>
          <ac:picMkLst>
            <pc:docMk/>
            <pc:sldMk cId="3357640813" sldId="300"/>
            <ac:picMk id="17" creationId="{465811BF-9DC3-FA45-5EAD-6635134A3B7A}"/>
          </ac:picMkLst>
        </pc:picChg>
      </pc:sldChg>
      <pc:sldChg chg="addSp delSp modSp add mod ord">
        <pc:chgData name="Sofia Peressotti" userId="69db6170-70b8-4881-b5df-af46647ec207" providerId="ADAL" clId="{490399DD-8E69-5F3F-A826-5F39AE8ECDC7}" dt="2026-01-29T12:20:05.627" v="3191" actId="9405"/>
        <pc:sldMkLst>
          <pc:docMk/>
          <pc:sldMk cId="1242323889" sldId="301"/>
        </pc:sldMkLst>
        <pc:spChg chg="mod">
          <ac:chgData name="Sofia Peressotti" userId="69db6170-70b8-4881-b5df-af46647ec207" providerId="ADAL" clId="{490399DD-8E69-5F3F-A826-5F39AE8ECDC7}" dt="2026-01-29T12:00:08.749" v="3182" actId="20577"/>
          <ac:spMkLst>
            <pc:docMk/>
            <pc:sldMk cId="1242323889" sldId="301"/>
            <ac:spMk id="2" creationId="{EA849E40-AFBC-CB4C-963F-97166A4BF663}"/>
          </ac:spMkLst>
        </pc:spChg>
        <pc:spChg chg="add mod">
          <ac:chgData name="Sofia Peressotti" userId="69db6170-70b8-4881-b5df-af46647ec207" providerId="ADAL" clId="{490399DD-8E69-5F3F-A826-5F39AE8ECDC7}" dt="2026-01-29T12:00:05.529" v="3181" actId="1076"/>
          <ac:spMkLst>
            <pc:docMk/>
            <pc:sldMk cId="1242323889" sldId="301"/>
            <ac:spMk id="3" creationId="{AE43BDBB-45CD-995B-7E3A-7979A3764103}"/>
          </ac:spMkLst>
        </pc:spChg>
        <pc:grpChg chg="add del mod">
          <ac:chgData name="Sofia Peressotti" userId="69db6170-70b8-4881-b5df-af46647ec207" providerId="ADAL" clId="{490399DD-8E69-5F3F-A826-5F39AE8ECDC7}" dt="2026-01-29T12:18:09.399" v="3188"/>
          <ac:grpSpMkLst>
            <pc:docMk/>
            <pc:sldMk cId="1242323889" sldId="301"/>
            <ac:grpSpMk id="8" creationId="{721F7425-3C81-5F35-24E0-6B11BD4C8E8A}"/>
          </ac:grpSpMkLst>
        </pc:grpChg>
        <pc:grpChg chg="mod">
          <ac:chgData name="Sofia Peressotti" userId="69db6170-70b8-4881-b5df-af46647ec207" providerId="ADAL" clId="{490399DD-8E69-5F3F-A826-5F39AE8ECDC7}" dt="2026-01-29T12:18:09.399" v="3188"/>
          <ac:grpSpMkLst>
            <pc:docMk/>
            <pc:sldMk cId="1242323889" sldId="301"/>
            <ac:grpSpMk id="9" creationId="{E242DD8E-80DB-17B4-D96C-FC360BDA0001}"/>
          </ac:grpSpMkLst>
        </pc:grpChg>
        <pc:picChg chg="add mod">
          <ac:chgData name="Sofia Peressotti" userId="69db6170-70b8-4881-b5df-af46647ec207" providerId="ADAL" clId="{490399DD-8E69-5F3F-A826-5F39AE8ECDC7}" dt="2026-01-16T14:07:47.479" v="850" actId="1076"/>
          <ac:picMkLst>
            <pc:docMk/>
            <pc:sldMk cId="1242323889" sldId="301"/>
            <ac:picMk id="6" creationId="{6394152B-6210-8BE8-CF86-8A2E22D99A00}"/>
          </ac:picMkLst>
        </pc:picChg>
        <pc:inkChg chg="add del">
          <ac:chgData name="Sofia Peressotti" userId="69db6170-70b8-4881-b5df-af46647ec207" providerId="ADAL" clId="{490399DD-8E69-5F3F-A826-5F39AE8ECDC7}" dt="2026-01-29T12:18:10.514" v="3190" actId="9405"/>
          <ac:inkMkLst>
            <pc:docMk/>
            <pc:sldMk cId="1242323889" sldId="301"/>
            <ac:inkMk id="4" creationId="{AC8B2E76-CA54-9A53-27D4-0440781BB8B6}"/>
          </ac:inkMkLst>
        </pc:inkChg>
        <pc:inkChg chg="add del mod">
          <ac:chgData name="Sofia Peressotti" userId="69db6170-70b8-4881-b5df-af46647ec207" providerId="ADAL" clId="{490399DD-8E69-5F3F-A826-5F39AE8ECDC7}" dt="2026-01-29T12:18:10.045" v="3189" actId="9405"/>
          <ac:inkMkLst>
            <pc:docMk/>
            <pc:sldMk cId="1242323889" sldId="301"/>
            <ac:inkMk id="5" creationId="{241EABE8-AFB1-A600-A1E5-423400E3DBC0}"/>
          </ac:inkMkLst>
        </pc:inkChg>
        <pc:inkChg chg="add del mod">
          <ac:chgData name="Sofia Peressotti" userId="69db6170-70b8-4881-b5df-af46647ec207" providerId="ADAL" clId="{490399DD-8E69-5F3F-A826-5F39AE8ECDC7}" dt="2026-01-29T12:18:09.399" v="3188"/>
          <ac:inkMkLst>
            <pc:docMk/>
            <pc:sldMk cId="1242323889" sldId="301"/>
            <ac:inkMk id="7" creationId="{5B0BD4E8-FFD6-045B-829A-F4FED19A3A88}"/>
          </ac:inkMkLst>
        </pc:inkChg>
        <pc:inkChg chg="add">
          <ac:chgData name="Sofia Peressotti" userId="69db6170-70b8-4881-b5df-af46647ec207" providerId="ADAL" clId="{490399DD-8E69-5F3F-A826-5F39AE8ECDC7}" dt="2026-01-29T12:20:05.627" v="3191" actId="9405"/>
          <ac:inkMkLst>
            <pc:docMk/>
            <pc:sldMk cId="1242323889" sldId="301"/>
            <ac:inkMk id="10" creationId="{D79488E2-6A49-6886-CCE4-02053B39241A}"/>
          </ac:inkMkLst>
        </pc:inkChg>
      </pc:sldChg>
      <pc:sldChg chg="addSp modSp add mod ord">
        <pc:chgData name="Sofia Peressotti" userId="69db6170-70b8-4881-b5df-af46647ec207" providerId="ADAL" clId="{490399DD-8E69-5F3F-A826-5F39AE8ECDC7}" dt="2026-01-20T13:14:12.884" v="899" actId="113"/>
        <pc:sldMkLst>
          <pc:docMk/>
          <pc:sldMk cId="1772507433" sldId="302"/>
        </pc:sldMkLst>
        <pc:spChg chg="mod">
          <ac:chgData name="Sofia Peressotti" userId="69db6170-70b8-4881-b5df-af46647ec207" providerId="ADAL" clId="{490399DD-8E69-5F3F-A826-5F39AE8ECDC7}" dt="2026-01-16T09:42:20.366" v="838" actId="20577"/>
          <ac:spMkLst>
            <pc:docMk/>
            <pc:sldMk cId="1772507433" sldId="302"/>
            <ac:spMk id="2" creationId="{0FC8FB91-FDB0-5F7A-1A0F-8403E8CF87EC}"/>
          </ac:spMkLst>
        </pc:spChg>
        <pc:spChg chg="add mod">
          <ac:chgData name="Sofia Peressotti" userId="69db6170-70b8-4881-b5df-af46647ec207" providerId="ADAL" clId="{490399DD-8E69-5F3F-A826-5F39AE8ECDC7}" dt="2026-01-16T09:40:26.209" v="786" actId="1035"/>
          <ac:spMkLst>
            <pc:docMk/>
            <pc:sldMk cId="1772507433" sldId="302"/>
            <ac:spMk id="3" creationId="{DD205256-9E5F-6E82-4116-AE693FFCC241}"/>
          </ac:spMkLst>
        </pc:spChg>
        <pc:spChg chg="add mod">
          <ac:chgData name="Sofia Peressotti" userId="69db6170-70b8-4881-b5df-af46647ec207" providerId="ADAL" clId="{490399DD-8E69-5F3F-A826-5F39AE8ECDC7}" dt="2026-01-16T09:40:30.610" v="787" actId="1076"/>
          <ac:spMkLst>
            <pc:docMk/>
            <pc:sldMk cId="1772507433" sldId="302"/>
            <ac:spMk id="4" creationId="{027483E1-9A2F-13DF-E51B-5BD10D52EE02}"/>
          </ac:spMkLst>
        </pc:spChg>
        <pc:spChg chg="add mod">
          <ac:chgData name="Sofia Peressotti" userId="69db6170-70b8-4881-b5df-af46647ec207" providerId="ADAL" clId="{490399DD-8E69-5F3F-A826-5F39AE8ECDC7}" dt="2026-01-16T09:40:56.253" v="796" actId="1076"/>
          <ac:spMkLst>
            <pc:docMk/>
            <pc:sldMk cId="1772507433" sldId="302"/>
            <ac:spMk id="5" creationId="{A9997594-9431-BB51-704F-F98A1DFEDA76}"/>
          </ac:spMkLst>
        </pc:spChg>
        <pc:spChg chg="add mod">
          <ac:chgData name="Sofia Peressotti" userId="69db6170-70b8-4881-b5df-af46647ec207" providerId="ADAL" clId="{490399DD-8E69-5F3F-A826-5F39AE8ECDC7}" dt="2026-01-16T09:41:43.999" v="809" actId="1076"/>
          <ac:spMkLst>
            <pc:docMk/>
            <pc:sldMk cId="1772507433" sldId="302"/>
            <ac:spMk id="6" creationId="{59F79C90-980B-5F18-BE7D-EF712E729DAF}"/>
          </ac:spMkLst>
        </pc:spChg>
        <pc:spChg chg="mod">
          <ac:chgData name="Sofia Peressotti" userId="69db6170-70b8-4881-b5df-af46647ec207" providerId="ADAL" clId="{490399DD-8E69-5F3F-A826-5F39AE8ECDC7}" dt="2026-01-20T13:14:12.884" v="899" actId="113"/>
          <ac:spMkLst>
            <pc:docMk/>
            <pc:sldMk cId="1772507433" sldId="302"/>
            <ac:spMk id="27" creationId="{05A7CD22-3DE9-AEC0-828B-9399FCE821D3}"/>
          </ac:spMkLst>
        </pc:spChg>
      </pc:sldChg>
      <pc:sldChg chg="addSp delSp modSp add mod">
        <pc:chgData name="Sofia Peressotti" userId="69db6170-70b8-4881-b5df-af46647ec207" providerId="ADAL" clId="{490399DD-8E69-5F3F-A826-5F39AE8ECDC7}" dt="2026-01-15T15:45:28.884" v="575" actId="20577"/>
        <pc:sldMkLst>
          <pc:docMk/>
          <pc:sldMk cId="3281287958" sldId="303"/>
        </pc:sldMkLst>
        <pc:spChg chg="mod">
          <ac:chgData name="Sofia Peressotti" userId="69db6170-70b8-4881-b5df-af46647ec207" providerId="ADAL" clId="{490399DD-8E69-5F3F-A826-5F39AE8ECDC7}" dt="2026-01-15T15:45:28.884" v="575" actId="20577"/>
          <ac:spMkLst>
            <pc:docMk/>
            <pc:sldMk cId="3281287958" sldId="303"/>
            <ac:spMk id="2" creationId="{C8D49874-F8DB-9CE0-5224-4666015EDC76}"/>
          </ac:spMkLst>
        </pc:spChg>
        <pc:picChg chg="add mod">
          <ac:chgData name="Sofia Peressotti" userId="69db6170-70b8-4881-b5df-af46647ec207" providerId="ADAL" clId="{490399DD-8E69-5F3F-A826-5F39AE8ECDC7}" dt="2026-01-15T15:45:14.929" v="564"/>
          <ac:picMkLst>
            <pc:docMk/>
            <pc:sldMk cId="3281287958" sldId="303"/>
            <ac:picMk id="3" creationId="{57618E6D-7D64-3EC4-644C-3072842529AF}"/>
          </ac:picMkLst>
        </pc:picChg>
        <pc:picChg chg="mod">
          <ac:chgData name="Sofia Peressotti" userId="69db6170-70b8-4881-b5df-af46647ec207" providerId="ADAL" clId="{490399DD-8E69-5F3F-A826-5F39AE8ECDC7}" dt="2026-01-15T15:45:22.278" v="567" actId="14100"/>
          <ac:picMkLst>
            <pc:docMk/>
            <pc:sldMk cId="3281287958" sldId="303"/>
            <ac:picMk id="8" creationId="{26038A30-DE2A-07D0-91E2-E11539ADAEA3}"/>
          </ac:picMkLst>
        </pc:picChg>
      </pc:sldChg>
      <pc:sldChg chg="addSp delSp modSp add mod">
        <pc:chgData name="Sofia Peressotti" userId="69db6170-70b8-4881-b5df-af46647ec207" providerId="ADAL" clId="{490399DD-8E69-5F3F-A826-5F39AE8ECDC7}" dt="2026-01-15T16:03:38.709" v="689" actId="1076"/>
        <pc:sldMkLst>
          <pc:docMk/>
          <pc:sldMk cId="357030837" sldId="304"/>
        </pc:sldMkLst>
        <pc:spChg chg="mod">
          <ac:chgData name="Sofia Peressotti" userId="69db6170-70b8-4881-b5df-af46647ec207" providerId="ADAL" clId="{490399DD-8E69-5F3F-A826-5F39AE8ECDC7}" dt="2026-01-15T16:01:16.093" v="628" actId="1076"/>
          <ac:spMkLst>
            <pc:docMk/>
            <pc:sldMk cId="357030837" sldId="304"/>
            <ac:spMk id="2" creationId="{8387E63B-EA65-0A78-7422-907B95BA423D}"/>
          </ac:spMkLst>
        </pc:spChg>
        <pc:spChg chg="add del mod">
          <ac:chgData name="Sofia Peressotti" userId="69db6170-70b8-4881-b5df-af46647ec207" providerId="ADAL" clId="{490399DD-8E69-5F3F-A826-5F39AE8ECDC7}" dt="2026-01-15T16:01:59.566" v="644" actId="207"/>
          <ac:spMkLst>
            <pc:docMk/>
            <pc:sldMk cId="357030837" sldId="304"/>
            <ac:spMk id="9" creationId="{4DB32BDD-4E47-D71F-329D-F9F52A7B89A2}"/>
          </ac:spMkLst>
        </pc:spChg>
        <pc:spChg chg="add del mod">
          <ac:chgData name="Sofia Peressotti" userId="69db6170-70b8-4881-b5df-af46647ec207" providerId="ADAL" clId="{490399DD-8E69-5F3F-A826-5F39AE8ECDC7}" dt="2026-01-15T16:02:03.756" v="649" actId="20577"/>
          <ac:spMkLst>
            <pc:docMk/>
            <pc:sldMk cId="357030837" sldId="304"/>
            <ac:spMk id="10" creationId="{C257AB74-C156-2439-4B9C-B51105C53099}"/>
          </ac:spMkLst>
        </pc:spChg>
        <pc:spChg chg="add mod">
          <ac:chgData name="Sofia Peressotti" userId="69db6170-70b8-4881-b5df-af46647ec207" providerId="ADAL" clId="{490399DD-8E69-5F3F-A826-5F39AE8ECDC7}" dt="2026-01-15T16:03:38.709" v="689" actId="1076"/>
          <ac:spMkLst>
            <pc:docMk/>
            <pc:sldMk cId="357030837" sldId="304"/>
            <ac:spMk id="11" creationId="{971E4455-3C8D-ED53-BFFA-D3D3AB205E46}"/>
          </ac:spMkLst>
        </pc:spChg>
        <pc:picChg chg="add mod">
          <ac:chgData name="Sofia Peressotti" userId="69db6170-70b8-4881-b5df-af46647ec207" providerId="ADAL" clId="{490399DD-8E69-5F3F-A826-5F39AE8ECDC7}" dt="2026-01-15T16:03:10.411" v="683" actId="1076"/>
          <ac:picMkLst>
            <pc:docMk/>
            <pc:sldMk cId="357030837" sldId="304"/>
            <ac:picMk id="4" creationId="{68540FAF-F67A-12D9-29DF-98BD5C965A5B}"/>
          </ac:picMkLst>
        </pc:picChg>
        <pc:picChg chg="add mod">
          <ac:chgData name="Sofia Peressotti" userId="69db6170-70b8-4881-b5df-af46647ec207" providerId="ADAL" clId="{490399DD-8E69-5F3F-A826-5F39AE8ECDC7}" dt="2026-01-15T16:01:41.360" v="635" actId="1076"/>
          <ac:picMkLst>
            <pc:docMk/>
            <pc:sldMk cId="357030837" sldId="304"/>
            <ac:picMk id="7" creationId="{FE28ADEF-83EF-A6E2-B7CB-7F349C605508}"/>
          </ac:picMkLst>
        </pc:picChg>
        <pc:picChg chg="add mod">
          <ac:chgData name="Sofia Peressotti" userId="69db6170-70b8-4881-b5df-af46647ec207" providerId="ADAL" clId="{490399DD-8E69-5F3F-A826-5F39AE8ECDC7}" dt="2026-01-15T16:03:28.143" v="686" actId="1076"/>
          <ac:picMkLst>
            <pc:docMk/>
            <pc:sldMk cId="357030837" sldId="304"/>
            <ac:picMk id="13" creationId="{85F841E8-5A3F-47D9-11F6-1336B76D0DE0}"/>
          </ac:picMkLst>
        </pc:picChg>
      </pc:sldChg>
      <pc:sldChg chg="add">
        <pc:chgData name="Sofia Peressotti" userId="69db6170-70b8-4881-b5df-af46647ec207" providerId="ADAL" clId="{490399DD-8E69-5F3F-A826-5F39AE8ECDC7}" dt="2026-01-16T09:42:35.558" v="840" actId="2890"/>
        <pc:sldMkLst>
          <pc:docMk/>
          <pc:sldMk cId="1377240644" sldId="305"/>
        </pc:sldMkLst>
      </pc:sldChg>
      <pc:sldChg chg="ord">
        <pc:chgData name="Sofia Peressotti" userId="69db6170-70b8-4881-b5df-af46647ec207" providerId="ADAL" clId="{490399DD-8E69-5F3F-A826-5F39AE8ECDC7}" dt="2026-01-21T15:43:16.229" v="2244" actId="20578"/>
        <pc:sldMkLst>
          <pc:docMk/>
          <pc:sldMk cId="889786404" sldId="308"/>
        </pc:sldMkLst>
      </pc:sldChg>
      <pc:sldChg chg="ord">
        <pc:chgData name="Sofia Peressotti" userId="69db6170-70b8-4881-b5df-af46647ec207" providerId="ADAL" clId="{490399DD-8E69-5F3F-A826-5F39AE8ECDC7}" dt="2026-01-21T15:43:19.019" v="2245" actId="20578"/>
        <pc:sldMkLst>
          <pc:docMk/>
          <pc:sldMk cId="3147023348" sldId="309"/>
        </pc:sldMkLst>
      </pc:sldChg>
      <pc:sldChg chg="addSp delSp modSp add mod ord">
        <pc:chgData name="Sofia Peressotti" userId="69db6170-70b8-4881-b5df-af46647ec207" providerId="ADAL" clId="{490399DD-8E69-5F3F-A826-5F39AE8ECDC7}" dt="2026-01-21T15:43:25.041" v="2246" actId="20578"/>
        <pc:sldMkLst>
          <pc:docMk/>
          <pc:sldMk cId="2587875302" sldId="311"/>
        </pc:sldMkLst>
        <pc:spChg chg="mod">
          <ac:chgData name="Sofia Peressotti" userId="69db6170-70b8-4881-b5df-af46647ec207" providerId="ADAL" clId="{490399DD-8E69-5F3F-A826-5F39AE8ECDC7}" dt="2026-01-20T13:53:18.394" v="913" actId="20577"/>
          <ac:spMkLst>
            <pc:docMk/>
            <pc:sldMk cId="2587875302" sldId="311"/>
            <ac:spMk id="2" creationId="{07470FFA-7AA9-C7C5-1814-E5BE203AE09C}"/>
          </ac:spMkLst>
        </pc:spChg>
        <pc:picChg chg="add mod">
          <ac:chgData name="Sofia Peressotti" userId="69db6170-70b8-4881-b5df-af46647ec207" providerId="ADAL" clId="{490399DD-8E69-5F3F-A826-5F39AE8ECDC7}" dt="2026-01-20T13:55:45.355" v="940" actId="1076"/>
          <ac:picMkLst>
            <pc:docMk/>
            <pc:sldMk cId="2587875302" sldId="311"/>
            <ac:picMk id="11" creationId="{3C625CB9-8BDE-17A8-3073-E12D38D5DFFB}"/>
          </ac:picMkLst>
        </pc:picChg>
        <pc:picChg chg="add mod">
          <ac:chgData name="Sofia Peressotti" userId="69db6170-70b8-4881-b5df-af46647ec207" providerId="ADAL" clId="{490399DD-8E69-5F3F-A826-5F39AE8ECDC7}" dt="2026-01-20T13:53:51.308" v="927" actId="1076"/>
          <ac:picMkLst>
            <pc:docMk/>
            <pc:sldMk cId="2587875302" sldId="311"/>
            <ac:picMk id="19" creationId="{4C93E18C-E35B-27BC-E7CD-0361767466F0}"/>
          </ac:picMkLst>
        </pc:picChg>
        <pc:picChg chg="add mod">
          <ac:chgData name="Sofia Peressotti" userId="69db6170-70b8-4881-b5df-af46647ec207" providerId="ADAL" clId="{490399DD-8E69-5F3F-A826-5F39AE8ECDC7}" dt="2026-01-20T13:53:56.321" v="929" actId="14100"/>
          <ac:picMkLst>
            <pc:docMk/>
            <pc:sldMk cId="2587875302" sldId="311"/>
            <ac:picMk id="21" creationId="{6EABB631-F4BB-9669-02B9-B79E547797A2}"/>
          </ac:picMkLst>
        </pc:picChg>
        <pc:picChg chg="add mod">
          <ac:chgData name="Sofia Peressotti" userId="69db6170-70b8-4881-b5df-af46647ec207" providerId="ADAL" clId="{490399DD-8E69-5F3F-A826-5F39AE8ECDC7}" dt="2026-01-20T13:55:42.618" v="939" actId="1076"/>
          <ac:picMkLst>
            <pc:docMk/>
            <pc:sldMk cId="2587875302" sldId="311"/>
            <ac:picMk id="22" creationId="{033BD64F-39F8-D510-1D5E-73965B7065E9}"/>
          </ac:picMkLst>
        </pc:picChg>
      </pc:sldChg>
      <pc:sldChg chg="addSp delSp modSp add mod">
        <pc:chgData name="Sofia Peressotti" userId="69db6170-70b8-4881-b5df-af46647ec207" providerId="ADAL" clId="{490399DD-8E69-5F3F-A826-5F39AE8ECDC7}" dt="2026-01-21T15:52:01.679" v="2266" actId="1076"/>
        <pc:sldMkLst>
          <pc:docMk/>
          <pc:sldMk cId="2258524635" sldId="312"/>
        </pc:sldMkLst>
        <pc:spChg chg="mod">
          <ac:chgData name="Sofia Peressotti" userId="69db6170-70b8-4881-b5df-af46647ec207" providerId="ADAL" clId="{490399DD-8E69-5F3F-A826-5F39AE8ECDC7}" dt="2026-01-20T14:59:42.436" v="964" actId="20577"/>
          <ac:spMkLst>
            <pc:docMk/>
            <pc:sldMk cId="2258524635" sldId="312"/>
            <ac:spMk id="2" creationId="{B19014C7-96B4-2CE0-DDE2-ABB1AF709711}"/>
          </ac:spMkLst>
        </pc:spChg>
        <pc:picChg chg="add mod">
          <ac:chgData name="Sofia Peressotti" userId="69db6170-70b8-4881-b5df-af46647ec207" providerId="ADAL" clId="{490399DD-8E69-5F3F-A826-5F39AE8ECDC7}" dt="2026-01-21T15:52:01.679" v="2266" actId="1076"/>
          <ac:picMkLst>
            <pc:docMk/>
            <pc:sldMk cId="2258524635" sldId="312"/>
            <ac:picMk id="4" creationId="{997C2D36-A8A6-0B66-F09D-F665113EEE0F}"/>
          </ac:picMkLst>
        </pc:picChg>
        <pc:picChg chg="add mod">
          <ac:chgData name="Sofia Peressotti" userId="69db6170-70b8-4881-b5df-af46647ec207" providerId="ADAL" clId="{490399DD-8E69-5F3F-A826-5F39AE8ECDC7}" dt="2026-01-21T15:51:53.945" v="2265" actId="1076"/>
          <ac:picMkLst>
            <pc:docMk/>
            <pc:sldMk cId="2258524635" sldId="312"/>
            <ac:picMk id="5" creationId="{B7D86096-2E27-AC01-1D07-11188A06DC00}"/>
          </ac:picMkLst>
        </pc:picChg>
      </pc:sldChg>
      <pc:sldChg chg="addSp delSp modSp add mod">
        <pc:chgData name="Sofia Peressotti" userId="69db6170-70b8-4881-b5df-af46647ec207" providerId="ADAL" clId="{490399DD-8E69-5F3F-A826-5F39AE8ECDC7}" dt="2026-01-21T09:07:32.118" v="979" actId="1076"/>
        <pc:sldMkLst>
          <pc:docMk/>
          <pc:sldMk cId="4101454621" sldId="313"/>
        </pc:sldMkLst>
        <pc:spChg chg="mod">
          <ac:chgData name="Sofia Peressotti" userId="69db6170-70b8-4881-b5df-af46647ec207" providerId="ADAL" clId="{490399DD-8E69-5F3F-A826-5F39AE8ECDC7}" dt="2026-01-20T15:07:01.580" v="967" actId="20577"/>
          <ac:spMkLst>
            <pc:docMk/>
            <pc:sldMk cId="4101454621" sldId="313"/>
            <ac:spMk id="2" creationId="{088D82C6-0208-F2A2-033F-60D597615A4F}"/>
          </ac:spMkLst>
        </pc:spChg>
        <pc:picChg chg="add mod">
          <ac:chgData name="Sofia Peressotti" userId="69db6170-70b8-4881-b5df-af46647ec207" providerId="ADAL" clId="{490399DD-8E69-5F3F-A826-5F39AE8ECDC7}" dt="2026-01-21T09:07:32.118" v="979" actId="1076"/>
          <ac:picMkLst>
            <pc:docMk/>
            <pc:sldMk cId="4101454621" sldId="313"/>
            <ac:picMk id="5" creationId="{56F8950F-74A6-BDDA-74B0-AC33132394AB}"/>
          </ac:picMkLst>
        </pc:picChg>
      </pc:sldChg>
      <pc:sldChg chg="addSp delSp modSp add mod">
        <pc:chgData name="Sofia Peressotti" userId="69db6170-70b8-4881-b5df-af46647ec207" providerId="ADAL" clId="{490399DD-8E69-5F3F-A826-5F39AE8ECDC7}" dt="2026-01-21T15:13:59.979" v="1788" actId="1076"/>
        <pc:sldMkLst>
          <pc:docMk/>
          <pc:sldMk cId="1050907562" sldId="315"/>
        </pc:sldMkLst>
        <pc:spChg chg="mod">
          <ac:chgData name="Sofia Peressotti" userId="69db6170-70b8-4881-b5df-af46647ec207" providerId="ADAL" clId="{490399DD-8E69-5F3F-A826-5F39AE8ECDC7}" dt="2026-01-21T15:01:42.392" v="993" actId="20577"/>
          <ac:spMkLst>
            <pc:docMk/>
            <pc:sldMk cId="1050907562" sldId="315"/>
            <ac:spMk id="2" creationId="{66981B1A-6080-4FD9-CA1F-67C73D5EDFDE}"/>
          </ac:spMkLst>
        </pc:spChg>
        <pc:grpChg chg="mod">
          <ac:chgData name="Sofia Peressotti" userId="69db6170-70b8-4881-b5df-af46647ec207" providerId="ADAL" clId="{490399DD-8E69-5F3F-A826-5F39AE8ECDC7}" dt="2026-01-21T15:02:23.195" v="997" actId="14826"/>
          <ac:grpSpMkLst>
            <pc:docMk/>
            <pc:sldMk cId="1050907562" sldId="315"/>
            <ac:grpSpMk id="13" creationId="{5116D1BB-CEF6-41CD-AB47-B3831591AE63}"/>
          </ac:grpSpMkLst>
        </pc:grpChg>
        <pc:picChg chg="mod">
          <ac:chgData name="Sofia Peressotti" userId="69db6170-70b8-4881-b5df-af46647ec207" providerId="ADAL" clId="{490399DD-8E69-5F3F-A826-5F39AE8ECDC7}" dt="2026-01-21T15:02:23.195" v="997" actId="14826"/>
          <ac:picMkLst>
            <pc:docMk/>
            <pc:sldMk cId="1050907562" sldId="315"/>
            <ac:picMk id="4" creationId="{16C69C62-DB75-6FA3-896C-BF562DEE5940}"/>
          </ac:picMkLst>
        </pc:picChg>
        <pc:picChg chg="add mod">
          <ac:chgData name="Sofia Peressotti" userId="69db6170-70b8-4881-b5df-af46647ec207" providerId="ADAL" clId="{490399DD-8E69-5F3F-A826-5F39AE8ECDC7}" dt="2026-01-21T15:13:59.979" v="1788" actId="1076"/>
          <ac:picMkLst>
            <pc:docMk/>
            <pc:sldMk cId="1050907562" sldId="315"/>
            <ac:picMk id="6" creationId="{075EFE66-F57A-B7C8-A6F4-0C3F614AD318}"/>
          </ac:picMkLst>
        </pc:picChg>
        <pc:picChg chg="mod">
          <ac:chgData name="Sofia Peressotti" userId="69db6170-70b8-4881-b5df-af46647ec207" providerId="ADAL" clId="{490399DD-8E69-5F3F-A826-5F39AE8ECDC7}" dt="2026-01-21T15:02:23.195" v="997" actId="14826"/>
          <ac:picMkLst>
            <pc:docMk/>
            <pc:sldMk cId="1050907562" sldId="315"/>
            <ac:picMk id="7" creationId="{CF5EF859-06CF-63CE-15A3-094F449091E0}"/>
          </ac:picMkLst>
        </pc:picChg>
        <pc:picChg chg="mod">
          <ac:chgData name="Sofia Peressotti" userId="69db6170-70b8-4881-b5df-af46647ec207" providerId="ADAL" clId="{490399DD-8E69-5F3F-A826-5F39AE8ECDC7}" dt="2026-01-21T15:02:23.195" v="997" actId="14826"/>
          <ac:picMkLst>
            <pc:docMk/>
            <pc:sldMk cId="1050907562" sldId="315"/>
            <ac:picMk id="12" creationId="{82E0A8A5-7F79-6A6A-09F2-EB7E58589EF4}"/>
          </ac:picMkLst>
        </pc:picChg>
      </pc:sldChg>
      <pc:sldChg chg="addSp delSp modSp add mod">
        <pc:chgData name="Sofia Peressotti" userId="69db6170-70b8-4881-b5df-af46647ec207" providerId="ADAL" clId="{490399DD-8E69-5F3F-A826-5F39AE8ECDC7}" dt="2026-01-21T16:02:22.438" v="3094" actId="20577"/>
        <pc:sldMkLst>
          <pc:docMk/>
          <pc:sldMk cId="1909896184" sldId="316"/>
        </pc:sldMkLst>
        <pc:spChg chg="mod">
          <ac:chgData name="Sofia Peressotti" userId="69db6170-70b8-4881-b5df-af46647ec207" providerId="ADAL" clId="{490399DD-8E69-5F3F-A826-5F39AE8ECDC7}" dt="2026-01-21T15:58:23.193" v="2618"/>
          <ac:spMkLst>
            <pc:docMk/>
            <pc:sldMk cId="1909896184" sldId="316"/>
            <ac:spMk id="2" creationId="{22DE421D-BECE-3A05-944D-35D25E8BF9CA}"/>
          </ac:spMkLst>
        </pc:spChg>
        <pc:spChg chg="add mod">
          <ac:chgData name="Sofia Peressotti" userId="69db6170-70b8-4881-b5df-af46647ec207" providerId="ADAL" clId="{490399DD-8E69-5F3F-A826-5F39AE8ECDC7}" dt="2026-01-21T16:02:22.438" v="3094" actId="20577"/>
          <ac:spMkLst>
            <pc:docMk/>
            <pc:sldMk cId="1909896184" sldId="316"/>
            <ac:spMk id="3" creationId="{84B69BA7-FA52-A68D-61AA-8577940DE8D6}"/>
          </ac:spMkLst>
        </pc:spChg>
        <pc:spChg chg="add mod">
          <ac:chgData name="Sofia Peressotti" userId="69db6170-70b8-4881-b5df-af46647ec207" providerId="ADAL" clId="{490399DD-8E69-5F3F-A826-5F39AE8ECDC7}" dt="2026-01-21T16:01:58.389" v="3032" actId="1076"/>
          <ac:spMkLst>
            <pc:docMk/>
            <pc:sldMk cId="1909896184" sldId="316"/>
            <ac:spMk id="4" creationId="{F2BE10A0-D69B-9B92-0509-35F77F128FBD}"/>
          </ac:spMkLst>
        </pc:spChg>
        <pc:spChg chg="add mod">
          <ac:chgData name="Sofia Peressotti" userId="69db6170-70b8-4881-b5df-af46647ec207" providerId="ADAL" clId="{490399DD-8E69-5F3F-A826-5F39AE8ECDC7}" dt="2026-01-21T15:58:17.356" v="2614" actId="21"/>
          <ac:spMkLst>
            <pc:docMk/>
            <pc:sldMk cId="1909896184" sldId="316"/>
            <ac:spMk id="6" creationId="{D2E8D304-B715-863D-529A-FFAB98E50674}"/>
          </ac:spMkLst>
        </pc:spChg>
      </pc:sldChg>
      <pc:sldChg chg="addSp delSp modSp add mod">
        <pc:chgData name="Sofia Peressotti" userId="69db6170-70b8-4881-b5df-af46647ec207" providerId="ADAL" clId="{490399DD-8E69-5F3F-A826-5F39AE8ECDC7}" dt="2026-01-29T11:56:20.484" v="3127" actId="478"/>
        <pc:sldMkLst>
          <pc:docMk/>
          <pc:sldMk cId="522842181" sldId="317"/>
        </pc:sldMkLst>
        <pc:spChg chg="del">
          <ac:chgData name="Sofia Peressotti" userId="69db6170-70b8-4881-b5df-af46647ec207" providerId="ADAL" clId="{490399DD-8E69-5F3F-A826-5F39AE8ECDC7}" dt="2026-01-29T11:56:16.813" v="3126" actId="478"/>
          <ac:spMkLst>
            <pc:docMk/>
            <pc:sldMk cId="522842181" sldId="317"/>
            <ac:spMk id="2" creationId="{E8A42533-02C7-F862-884C-19B085ADA5DD}"/>
          </ac:spMkLst>
        </pc:spChg>
        <pc:spChg chg="add del mod">
          <ac:chgData name="Sofia Peressotti" userId="69db6170-70b8-4881-b5df-af46647ec207" providerId="ADAL" clId="{490399DD-8E69-5F3F-A826-5F39AE8ECDC7}" dt="2026-01-29T11:56:20.484" v="3127" actId="478"/>
          <ac:spMkLst>
            <pc:docMk/>
            <pc:sldMk cId="522842181" sldId="317"/>
            <ac:spMk id="8" creationId="{F4E68E80-FE17-7A73-7E08-F3243779F5D7}"/>
          </ac:spMkLst>
        </pc:spChg>
        <pc:spChg chg="del">
          <ac:chgData name="Sofia Peressotti" userId="69db6170-70b8-4881-b5df-af46647ec207" providerId="ADAL" clId="{490399DD-8E69-5F3F-A826-5F39AE8ECDC7}" dt="2026-01-29T11:55:35.142" v="3120" actId="478"/>
          <ac:spMkLst>
            <pc:docMk/>
            <pc:sldMk cId="522842181" sldId="317"/>
            <ac:spMk id="11" creationId="{2C341688-0226-5D77-8C9E-CB91A04D1ADC}"/>
          </ac:spMkLst>
        </pc:spChg>
        <pc:picChg chg="add mod">
          <ac:chgData name="Sofia Peressotti" userId="69db6170-70b8-4881-b5df-af46647ec207" providerId="ADAL" clId="{490399DD-8E69-5F3F-A826-5F39AE8ECDC7}" dt="2026-01-29T11:55:53.044" v="3125" actId="1076"/>
          <ac:picMkLst>
            <pc:docMk/>
            <pc:sldMk cId="522842181" sldId="317"/>
            <ac:picMk id="6" creationId="{30E07711-8B4F-0BF0-E2DB-CADF0DC503BA}"/>
          </ac:picMkLst>
        </pc:picChg>
        <pc:picChg chg="del">
          <ac:chgData name="Sofia Peressotti" userId="69db6170-70b8-4881-b5df-af46647ec207" providerId="ADAL" clId="{490399DD-8E69-5F3F-A826-5F39AE8ECDC7}" dt="2026-01-29T11:55:35.142" v="3120" actId="478"/>
          <ac:picMkLst>
            <pc:docMk/>
            <pc:sldMk cId="522842181" sldId="317"/>
            <ac:picMk id="10" creationId="{62D0AB98-8D56-7A82-07D7-B643BC5E1E4D}"/>
          </ac:picMkLst>
        </pc:picChg>
        <pc:picChg chg="del">
          <ac:chgData name="Sofia Peressotti" userId="69db6170-70b8-4881-b5df-af46647ec207" providerId="ADAL" clId="{490399DD-8E69-5F3F-A826-5F39AE8ECDC7}" dt="2026-01-29T11:55:35.142" v="3120" actId="478"/>
          <ac:picMkLst>
            <pc:docMk/>
            <pc:sldMk cId="522842181" sldId="317"/>
            <ac:picMk id="15" creationId="{D2F9DAA5-0A88-9B0A-6ED5-8D81AD418DAE}"/>
          </ac:picMkLst>
        </pc:picChg>
      </pc:sldChg>
      <pc:sldChg chg="addSp delSp modSp add mod ord">
        <pc:chgData name="Sofia Peressotti" userId="69db6170-70b8-4881-b5df-af46647ec207" providerId="ADAL" clId="{490399DD-8E69-5F3F-A826-5F39AE8ECDC7}" dt="2026-01-29T11:58:50.067" v="3174" actId="20578"/>
        <pc:sldMkLst>
          <pc:docMk/>
          <pc:sldMk cId="2299501340" sldId="318"/>
        </pc:sldMkLst>
        <pc:spChg chg="del">
          <ac:chgData name="Sofia Peressotti" userId="69db6170-70b8-4881-b5df-af46647ec207" providerId="ADAL" clId="{490399DD-8E69-5F3F-A826-5F39AE8ECDC7}" dt="2026-01-29T11:56:25.433" v="3130" actId="478"/>
          <ac:spMkLst>
            <pc:docMk/>
            <pc:sldMk cId="2299501340" sldId="318"/>
            <ac:spMk id="3" creationId="{9189B0D8-2BE6-744C-9D94-0BBF9D3DAC27}"/>
          </ac:spMkLst>
        </pc:spChg>
        <pc:spChg chg="del">
          <ac:chgData name="Sofia Peressotti" userId="69db6170-70b8-4881-b5df-af46647ec207" providerId="ADAL" clId="{490399DD-8E69-5F3F-A826-5F39AE8ECDC7}" dt="2026-01-29T11:56:25.433" v="3130" actId="478"/>
          <ac:spMkLst>
            <pc:docMk/>
            <pc:sldMk cId="2299501340" sldId="318"/>
            <ac:spMk id="5" creationId="{A40235FF-7817-B17C-0593-A547A6C45954}"/>
          </ac:spMkLst>
        </pc:spChg>
        <pc:picChg chg="add mod">
          <ac:chgData name="Sofia Peressotti" userId="69db6170-70b8-4881-b5df-af46647ec207" providerId="ADAL" clId="{490399DD-8E69-5F3F-A826-5F39AE8ECDC7}" dt="2026-01-29T11:58:39.345" v="3173" actId="1076"/>
          <ac:picMkLst>
            <pc:docMk/>
            <pc:sldMk cId="2299501340" sldId="318"/>
            <ac:picMk id="4" creationId="{766F9CB1-0804-AC1F-7BC1-AD69D55A004D}"/>
          </ac:picMkLst>
        </pc:picChg>
        <pc:picChg chg="del">
          <ac:chgData name="Sofia Peressotti" userId="69db6170-70b8-4881-b5df-af46647ec207" providerId="ADAL" clId="{490399DD-8E69-5F3F-A826-5F39AE8ECDC7}" dt="2026-01-29T11:56:24.082" v="3129" actId="478"/>
          <ac:picMkLst>
            <pc:docMk/>
            <pc:sldMk cId="2299501340" sldId="318"/>
            <ac:picMk id="6" creationId="{78CE410C-C8CA-1F99-AD55-E884EE0C42BB}"/>
          </ac:picMkLst>
        </pc:picChg>
        <pc:picChg chg="add mod">
          <ac:chgData name="Sofia Peressotti" userId="69db6170-70b8-4881-b5df-af46647ec207" providerId="ADAL" clId="{490399DD-8E69-5F3F-A826-5F39AE8ECDC7}" dt="2026-01-29T11:58:37.846" v="3172" actId="14100"/>
          <ac:picMkLst>
            <pc:docMk/>
            <pc:sldMk cId="2299501340" sldId="318"/>
            <ac:picMk id="8" creationId="{FAB3B398-3629-5B7D-D959-C7AF9A285B4D}"/>
          </ac:picMkLst>
        </pc:picChg>
        <pc:picChg chg="add mod">
          <ac:chgData name="Sofia Peressotti" userId="69db6170-70b8-4881-b5df-af46647ec207" providerId="ADAL" clId="{490399DD-8E69-5F3F-A826-5F39AE8ECDC7}" dt="2026-01-29T11:58:31.282" v="3169" actId="1076"/>
          <ac:picMkLst>
            <pc:docMk/>
            <pc:sldMk cId="2299501340" sldId="318"/>
            <ac:picMk id="10" creationId="{CE1F8AB5-B700-24BA-FBB5-7FA380F6B651}"/>
          </ac:picMkLst>
        </pc:picChg>
      </pc:sldChg>
    </pc:docChg>
  </pc:docChgLst>
  <pc:docChgLst>
    <pc:chgData name="Sofia Peressotti" userId="69db6170-70b8-4881-b5df-af46647ec207" providerId="ADAL" clId="{3050D859-5713-492B-9D85-CA5B0264A1E2}"/>
    <pc:docChg chg="undo custSel addSld delSld modSld sldOrd addSection modSection">
      <pc:chgData name="Sofia Peressotti" userId="69db6170-70b8-4881-b5df-af46647ec207" providerId="ADAL" clId="{3050D859-5713-492B-9D85-CA5B0264A1E2}" dt="2026-01-20T12:21:50.238" v="1057" actId="20577"/>
      <pc:docMkLst>
        <pc:docMk/>
      </pc:docMkLst>
      <pc:sldChg chg="addSp modSp mod">
        <pc:chgData name="Sofia Peressotti" userId="69db6170-70b8-4881-b5df-af46647ec207" providerId="ADAL" clId="{3050D859-5713-492B-9D85-CA5B0264A1E2}" dt="2026-01-16T13:39:12.963" v="540" actId="1076"/>
        <pc:sldMkLst>
          <pc:docMk/>
          <pc:sldMk cId="3357640813" sldId="300"/>
        </pc:sldMkLst>
        <pc:spChg chg="mod">
          <ac:chgData name="Sofia Peressotti" userId="69db6170-70b8-4881-b5df-af46647ec207" providerId="ADAL" clId="{3050D859-5713-492B-9D85-CA5B0264A1E2}" dt="2026-01-16T11:36:29.004" v="213" actId="20577"/>
          <ac:spMkLst>
            <pc:docMk/>
            <pc:sldMk cId="3357640813" sldId="300"/>
            <ac:spMk id="2" creationId="{038E6756-CA1A-D5CD-998B-53469409D8DD}"/>
          </ac:spMkLst>
        </pc:spChg>
        <pc:spChg chg="add mod">
          <ac:chgData name="Sofia Peressotti" userId="69db6170-70b8-4881-b5df-af46647ec207" providerId="ADAL" clId="{3050D859-5713-492B-9D85-CA5B0264A1E2}" dt="2026-01-16T13:38:50.501" v="539" actId="14100"/>
          <ac:spMkLst>
            <pc:docMk/>
            <pc:sldMk cId="3357640813" sldId="300"/>
            <ac:spMk id="3" creationId="{4869903E-4BEC-69F8-63A4-5A08EC1AB85B}"/>
          </ac:spMkLst>
        </pc:spChg>
        <pc:spChg chg="add mod">
          <ac:chgData name="Sofia Peressotti" userId="69db6170-70b8-4881-b5df-af46647ec207" providerId="ADAL" clId="{3050D859-5713-492B-9D85-CA5B0264A1E2}" dt="2026-01-16T13:38:45.271" v="537" actId="1076"/>
          <ac:spMkLst>
            <pc:docMk/>
            <pc:sldMk cId="3357640813" sldId="300"/>
            <ac:spMk id="5" creationId="{86C26F84-BA29-0735-D65F-39F495845942}"/>
          </ac:spMkLst>
        </pc:spChg>
        <pc:picChg chg="mod">
          <ac:chgData name="Sofia Peressotti" userId="69db6170-70b8-4881-b5df-af46647ec207" providerId="ADAL" clId="{3050D859-5713-492B-9D85-CA5B0264A1E2}" dt="2026-01-16T12:08:48.302" v="459" actId="1038"/>
          <ac:picMkLst>
            <pc:docMk/>
            <pc:sldMk cId="3357640813" sldId="300"/>
            <ac:picMk id="7" creationId="{43CE22D4-C180-6508-A527-FB6805EA4259}"/>
          </ac:picMkLst>
        </pc:picChg>
        <pc:picChg chg="add mod">
          <ac:chgData name="Sofia Peressotti" userId="69db6170-70b8-4881-b5df-af46647ec207" providerId="ADAL" clId="{3050D859-5713-492B-9D85-CA5B0264A1E2}" dt="2026-01-16T13:39:12.963" v="540" actId="1076"/>
          <ac:picMkLst>
            <pc:docMk/>
            <pc:sldMk cId="3357640813" sldId="300"/>
            <ac:picMk id="8" creationId="{54D4B0BC-39A7-51EC-C09B-A2577C0C4126}"/>
          </ac:picMkLst>
        </pc:picChg>
        <pc:picChg chg="mod">
          <ac:chgData name="Sofia Peressotti" userId="69db6170-70b8-4881-b5df-af46647ec207" providerId="ADAL" clId="{3050D859-5713-492B-9D85-CA5B0264A1E2}" dt="2026-01-16T13:38:16.154" v="512" actId="1076"/>
          <ac:picMkLst>
            <pc:docMk/>
            <pc:sldMk cId="3357640813" sldId="300"/>
            <ac:picMk id="16" creationId="{44A84827-19F3-5068-5218-DAEDD061A383}"/>
          </ac:picMkLst>
        </pc:picChg>
        <pc:picChg chg="mod">
          <ac:chgData name="Sofia Peressotti" userId="69db6170-70b8-4881-b5df-af46647ec207" providerId="ADAL" clId="{3050D859-5713-492B-9D85-CA5B0264A1E2}" dt="2026-01-16T13:38:16.154" v="512" actId="1076"/>
          <ac:picMkLst>
            <pc:docMk/>
            <pc:sldMk cId="3357640813" sldId="300"/>
            <ac:picMk id="17" creationId="{465811BF-9DC3-FA45-5EAD-6635134A3B7A}"/>
          </ac:picMkLst>
        </pc:picChg>
      </pc:sldChg>
      <pc:sldChg chg="addSp delSp modSp mod">
        <pc:chgData name="Sofia Peressotti" userId="69db6170-70b8-4881-b5df-af46647ec207" providerId="ADAL" clId="{3050D859-5713-492B-9D85-CA5B0264A1E2}" dt="2026-01-20T12:21:50.238" v="1057" actId="20577"/>
        <pc:sldMkLst>
          <pc:docMk/>
          <pc:sldMk cId="1772507433" sldId="302"/>
        </pc:sldMkLst>
        <pc:spChg chg="mod">
          <ac:chgData name="Sofia Peressotti" userId="69db6170-70b8-4881-b5df-af46647ec207" providerId="ADAL" clId="{3050D859-5713-492B-9D85-CA5B0264A1E2}" dt="2026-01-20T12:11:31.066" v="869" actId="1076"/>
          <ac:spMkLst>
            <pc:docMk/>
            <pc:sldMk cId="1772507433" sldId="302"/>
            <ac:spMk id="2" creationId="{0FC8FB91-FDB0-5F7A-1A0F-8403E8CF87EC}"/>
          </ac:spMkLst>
        </pc:spChg>
        <pc:spChg chg="mod topLvl">
          <ac:chgData name="Sofia Peressotti" userId="69db6170-70b8-4881-b5df-af46647ec207" providerId="ADAL" clId="{3050D859-5713-492B-9D85-CA5B0264A1E2}" dt="2026-01-20T12:17:01.796" v="891" actId="1076"/>
          <ac:spMkLst>
            <pc:docMk/>
            <pc:sldMk cId="1772507433" sldId="302"/>
            <ac:spMk id="3" creationId="{DD205256-9E5F-6E82-4116-AE693FFCC241}"/>
          </ac:spMkLst>
        </pc:spChg>
        <pc:spChg chg="mod topLvl">
          <ac:chgData name="Sofia Peressotti" userId="69db6170-70b8-4881-b5df-af46647ec207" providerId="ADAL" clId="{3050D859-5713-492B-9D85-CA5B0264A1E2}" dt="2026-01-20T12:17:01.796" v="891" actId="1076"/>
          <ac:spMkLst>
            <pc:docMk/>
            <pc:sldMk cId="1772507433" sldId="302"/>
            <ac:spMk id="4" creationId="{027483E1-9A2F-13DF-E51B-5BD10D52EE02}"/>
          </ac:spMkLst>
        </pc:spChg>
        <pc:spChg chg="mod topLvl">
          <ac:chgData name="Sofia Peressotti" userId="69db6170-70b8-4881-b5df-af46647ec207" providerId="ADAL" clId="{3050D859-5713-492B-9D85-CA5B0264A1E2}" dt="2026-01-20T12:17:01.796" v="891" actId="1076"/>
          <ac:spMkLst>
            <pc:docMk/>
            <pc:sldMk cId="1772507433" sldId="302"/>
            <ac:spMk id="5" creationId="{A9997594-9431-BB51-704F-F98A1DFEDA76}"/>
          </ac:spMkLst>
        </pc:spChg>
        <pc:spChg chg="mod topLvl">
          <ac:chgData name="Sofia Peressotti" userId="69db6170-70b8-4881-b5df-af46647ec207" providerId="ADAL" clId="{3050D859-5713-492B-9D85-CA5B0264A1E2}" dt="2026-01-20T12:17:01.796" v="891" actId="1076"/>
          <ac:spMkLst>
            <pc:docMk/>
            <pc:sldMk cId="1772507433" sldId="302"/>
            <ac:spMk id="6" creationId="{59F79C90-980B-5F18-BE7D-EF712E729DAF}"/>
          </ac:spMkLst>
        </pc:spChg>
        <pc:spChg chg="add mod">
          <ac:chgData name="Sofia Peressotti" userId="69db6170-70b8-4881-b5df-af46647ec207" providerId="ADAL" clId="{3050D859-5713-492B-9D85-CA5B0264A1E2}" dt="2026-01-20T12:21:50.238" v="1057" actId="20577"/>
          <ac:spMkLst>
            <pc:docMk/>
            <pc:sldMk cId="1772507433" sldId="302"/>
            <ac:spMk id="27" creationId="{05A7CD22-3DE9-AEC0-828B-9399FCE821D3}"/>
          </ac:spMkLst>
        </pc:spChg>
        <pc:picChg chg="add mod ord">
          <ac:chgData name="Sofia Peressotti" userId="69db6170-70b8-4881-b5df-af46647ec207" providerId="ADAL" clId="{3050D859-5713-492B-9D85-CA5B0264A1E2}" dt="2026-01-20T12:17:01.796" v="891" actId="1076"/>
          <ac:picMkLst>
            <pc:docMk/>
            <pc:sldMk cId="1772507433" sldId="302"/>
            <ac:picMk id="13" creationId="{C92CACCC-1F1C-E4AE-2B4D-53D0BAA14ED6}"/>
          </ac:picMkLst>
        </pc:picChg>
        <pc:picChg chg="add mod ord">
          <ac:chgData name="Sofia Peressotti" userId="69db6170-70b8-4881-b5df-af46647ec207" providerId="ADAL" clId="{3050D859-5713-492B-9D85-CA5B0264A1E2}" dt="2026-01-20T12:17:01.796" v="891" actId="1076"/>
          <ac:picMkLst>
            <pc:docMk/>
            <pc:sldMk cId="1772507433" sldId="302"/>
            <ac:picMk id="20" creationId="{2EE36CD3-05A7-C907-E737-90F27D2A0DCB}"/>
          </ac:picMkLst>
        </pc:picChg>
        <pc:picChg chg="add mod ord">
          <ac:chgData name="Sofia Peressotti" userId="69db6170-70b8-4881-b5df-af46647ec207" providerId="ADAL" clId="{3050D859-5713-492B-9D85-CA5B0264A1E2}" dt="2026-01-20T12:17:01.796" v="891" actId="1076"/>
          <ac:picMkLst>
            <pc:docMk/>
            <pc:sldMk cId="1772507433" sldId="302"/>
            <ac:picMk id="22" creationId="{8F17B9DB-6396-DCFE-32EC-DCE5809153A3}"/>
          </ac:picMkLst>
        </pc:picChg>
        <pc:picChg chg="add mod ord">
          <ac:chgData name="Sofia Peressotti" userId="69db6170-70b8-4881-b5df-af46647ec207" providerId="ADAL" clId="{3050D859-5713-492B-9D85-CA5B0264A1E2}" dt="2026-01-20T12:17:01.796" v="891" actId="1076"/>
          <ac:picMkLst>
            <pc:docMk/>
            <pc:sldMk cId="1772507433" sldId="302"/>
            <ac:picMk id="24" creationId="{37680AA8-C4C9-E113-10A9-CAFB97754FCD}"/>
          </ac:picMkLst>
        </pc:picChg>
      </pc:sldChg>
      <pc:sldChg chg="addSp delSp modSp mod ord">
        <pc:chgData name="Sofia Peressotti" userId="69db6170-70b8-4881-b5df-af46647ec207" providerId="ADAL" clId="{3050D859-5713-492B-9D85-CA5B0264A1E2}" dt="2026-01-16T11:27:47.269" v="170" actId="1076"/>
        <pc:sldMkLst>
          <pc:docMk/>
          <pc:sldMk cId="1377240644" sldId="305"/>
        </pc:sldMkLst>
        <pc:spChg chg="mod">
          <ac:chgData name="Sofia Peressotti" userId="69db6170-70b8-4881-b5df-af46647ec207" providerId="ADAL" clId="{3050D859-5713-492B-9D85-CA5B0264A1E2}" dt="2026-01-16T11:11:14" v="122" actId="1076"/>
          <ac:spMkLst>
            <pc:docMk/>
            <pc:sldMk cId="1377240644" sldId="305"/>
            <ac:spMk id="2" creationId="{51E9A565-F344-1803-009E-D53000E8D65A}"/>
          </ac:spMkLst>
        </pc:spChg>
        <pc:spChg chg="mod topLvl">
          <ac:chgData name="Sofia Peressotti" userId="69db6170-70b8-4881-b5df-af46647ec207" providerId="ADAL" clId="{3050D859-5713-492B-9D85-CA5B0264A1E2}" dt="2026-01-16T10:47:42.121" v="33" actId="165"/>
          <ac:spMkLst>
            <pc:docMk/>
            <pc:sldMk cId="1377240644" sldId="305"/>
            <ac:spMk id="3" creationId="{471253DC-D49C-3E52-051E-61F144AE0D5C}"/>
          </ac:spMkLst>
        </pc:spChg>
        <pc:spChg chg="mod topLvl">
          <ac:chgData name="Sofia Peressotti" userId="69db6170-70b8-4881-b5df-af46647ec207" providerId="ADAL" clId="{3050D859-5713-492B-9D85-CA5B0264A1E2}" dt="2026-01-16T11:11:52.615" v="135" actId="1076"/>
          <ac:spMkLst>
            <pc:docMk/>
            <pc:sldMk cId="1377240644" sldId="305"/>
            <ac:spMk id="4" creationId="{8165461F-721A-D7A2-5D18-C9DDF466D713}"/>
          </ac:spMkLst>
        </pc:spChg>
        <pc:spChg chg="mod topLvl">
          <ac:chgData name="Sofia Peressotti" userId="69db6170-70b8-4881-b5df-af46647ec207" providerId="ADAL" clId="{3050D859-5713-492B-9D85-CA5B0264A1E2}" dt="2026-01-16T10:47:42.121" v="33" actId="165"/>
          <ac:spMkLst>
            <pc:docMk/>
            <pc:sldMk cId="1377240644" sldId="305"/>
            <ac:spMk id="5" creationId="{7B44D1B1-D5FC-96FB-6609-936B8A6B6A22}"/>
          </ac:spMkLst>
        </pc:spChg>
        <pc:spChg chg="mod topLvl">
          <ac:chgData name="Sofia Peressotti" userId="69db6170-70b8-4881-b5df-af46647ec207" providerId="ADAL" clId="{3050D859-5713-492B-9D85-CA5B0264A1E2}" dt="2026-01-16T11:20:58.082" v="152" actId="1076"/>
          <ac:spMkLst>
            <pc:docMk/>
            <pc:sldMk cId="1377240644" sldId="305"/>
            <ac:spMk id="6" creationId="{FFE72907-07B7-2212-ECFA-3D11AA419D34}"/>
          </ac:spMkLst>
        </pc:spChg>
        <pc:picChg chg="add mod ord">
          <ac:chgData name="Sofia Peressotti" userId="69db6170-70b8-4881-b5df-af46647ec207" providerId="ADAL" clId="{3050D859-5713-492B-9D85-CA5B0264A1E2}" dt="2026-01-16T11:11:44.031" v="132" actId="1076"/>
          <ac:picMkLst>
            <pc:docMk/>
            <pc:sldMk cId="1377240644" sldId="305"/>
            <ac:picMk id="9" creationId="{C50AB7D3-F808-2E8C-BD05-429A5CB0EA04}"/>
          </ac:picMkLst>
        </pc:picChg>
        <pc:picChg chg="add mod ord">
          <ac:chgData name="Sofia Peressotti" userId="69db6170-70b8-4881-b5df-af46647ec207" providerId="ADAL" clId="{3050D859-5713-492B-9D85-CA5B0264A1E2}" dt="2026-01-16T11:11:50.673" v="134" actId="1076"/>
          <ac:picMkLst>
            <pc:docMk/>
            <pc:sldMk cId="1377240644" sldId="305"/>
            <ac:picMk id="13" creationId="{A0333C5B-BB9D-7109-D7A9-281353720B1D}"/>
          </ac:picMkLst>
        </pc:picChg>
        <pc:picChg chg="add mod ord">
          <ac:chgData name="Sofia Peressotti" userId="69db6170-70b8-4881-b5df-af46647ec207" providerId="ADAL" clId="{3050D859-5713-492B-9D85-CA5B0264A1E2}" dt="2026-01-16T11:18:10.921" v="142" actId="1076"/>
          <ac:picMkLst>
            <pc:docMk/>
            <pc:sldMk cId="1377240644" sldId="305"/>
            <ac:picMk id="20" creationId="{4888CE0C-8B26-4C5D-AD2D-3868ABC54AA0}"/>
          </ac:picMkLst>
        </pc:picChg>
        <pc:picChg chg="add mod ord">
          <ac:chgData name="Sofia Peressotti" userId="69db6170-70b8-4881-b5df-af46647ec207" providerId="ADAL" clId="{3050D859-5713-492B-9D85-CA5B0264A1E2}" dt="2026-01-16T11:21:01.749" v="153" actId="1076"/>
          <ac:picMkLst>
            <pc:docMk/>
            <pc:sldMk cId="1377240644" sldId="305"/>
            <ac:picMk id="22" creationId="{F5F8E14B-564B-8C1D-23BC-F922756E85D7}"/>
          </ac:picMkLst>
        </pc:picChg>
        <pc:picChg chg="add mod">
          <ac:chgData name="Sofia Peressotti" userId="69db6170-70b8-4881-b5df-af46647ec207" providerId="ADAL" clId="{3050D859-5713-492B-9D85-CA5B0264A1E2}" dt="2026-01-16T11:27:47.269" v="170" actId="1076"/>
          <ac:picMkLst>
            <pc:docMk/>
            <pc:sldMk cId="1377240644" sldId="305"/>
            <ac:picMk id="24" creationId="{AEB3D2CB-8564-1C69-BC85-AD5CA417CE9D}"/>
          </ac:picMkLst>
        </pc:picChg>
      </pc:sldChg>
      <pc:sldChg chg="addSp delSp modSp add mod">
        <pc:chgData name="Sofia Peressotti" userId="69db6170-70b8-4881-b5df-af46647ec207" providerId="ADAL" clId="{3050D859-5713-492B-9D85-CA5B0264A1E2}" dt="2026-01-16T11:27:54.933" v="172" actId="1076"/>
        <pc:sldMkLst>
          <pc:docMk/>
          <pc:sldMk cId="274542967" sldId="306"/>
        </pc:sldMkLst>
        <pc:spChg chg="mod">
          <ac:chgData name="Sofia Peressotti" userId="69db6170-70b8-4881-b5df-af46647ec207" providerId="ADAL" clId="{3050D859-5713-492B-9D85-CA5B0264A1E2}" dt="2026-01-16T10:52:29.863" v="72" actId="1076"/>
          <ac:spMkLst>
            <pc:docMk/>
            <pc:sldMk cId="274542967" sldId="306"/>
            <ac:spMk id="2" creationId="{714CB1B7-A960-D5E3-BD2E-585EA0F587BC}"/>
          </ac:spMkLst>
        </pc:spChg>
        <pc:spChg chg="mod">
          <ac:chgData name="Sofia Peressotti" userId="69db6170-70b8-4881-b5df-af46647ec207" providerId="ADAL" clId="{3050D859-5713-492B-9D85-CA5B0264A1E2}" dt="2026-01-16T10:56:56.700" v="103" actId="1076"/>
          <ac:spMkLst>
            <pc:docMk/>
            <pc:sldMk cId="274542967" sldId="306"/>
            <ac:spMk id="3" creationId="{1B4B5D6E-3DD6-2A06-0AEE-758428C18F90}"/>
          </ac:spMkLst>
        </pc:spChg>
        <pc:spChg chg="mod">
          <ac:chgData name="Sofia Peressotti" userId="69db6170-70b8-4881-b5df-af46647ec207" providerId="ADAL" clId="{3050D859-5713-492B-9D85-CA5B0264A1E2}" dt="2026-01-16T10:57:01.610" v="104" actId="1076"/>
          <ac:spMkLst>
            <pc:docMk/>
            <pc:sldMk cId="274542967" sldId="306"/>
            <ac:spMk id="4" creationId="{1C585CFB-BB70-DF00-124C-3BF52AA93D0F}"/>
          </ac:spMkLst>
        </pc:spChg>
        <pc:spChg chg="mod">
          <ac:chgData name="Sofia Peressotti" userId="69db6170-70b8-4881-b5df-af46647ec207" providerId="ADAL" clId="{3050D859-5713-492B-9D85-CA5B0264A1E2}" dt="2026-01-16T10:54:09.392" v="87" actId="1076"/>
          <ac:spMkLst>
            <pc:docMk/>
            <pc:sldMk cId="274542967" sldId="306"/>
            <ac:spMk id="5" creationId="{CB6A65EC-2E80-BDE7-B8FA-700D97E23B0E}"/>
          </ac:spMkLst>
        </pc:spChg>
        <pc:spChg chg="mod">
          <ac:chgData name="Sofia Peressotti" userId="69db6170-70b8-4881-b5df-af46647ec207" providerId="ADAL" clId="{3050D859-5713-492B-9D85-CA5B0264A1E2}" dt="2026-01-16T10:57:19.635" v="106" actId="1076"/>
          <ac:spMkLst>
            <pc:docMk/>
            <pc:sldMk cId="274542967" sldId="306"/>
            <ac:spMk id="6" creationId="{721CD981-8A39-5F48-2CBD-0AABCDEC927B}"/>
          </ac:spMkLst>
        </pc:spChg>
        <pc:picChg chg="add mod ord">
          <ac:chgData name="Sofia Peressotti" userId="69db6170-70b8-4881-b5df-af46647ec207" providerId="ADAL" clId="{3050D859-5713-492B-9D85-CA5B0264A1E2}" dt="2026-01-16T10:57:01.610" v="104" actId="1076"/>
          <ac:picMkLst>
            <pc:docMk/>
            <pc:sldMk cId="274542967" sldId="306"/>
            <ac:picMk id="10" creationId="{F334ECEF-3273-F038-15D7-8CB4D2E644D2}"/>
          </ac:picMkLst>
        </pc:picChg>
        <pc:picChg chg="add mod ord">
          <ac:chgData name="Sofia Peressotti" userId="69db6170-70b8-4881-b5df-af46647ec207" providerId="ADAL" clId="{3050D859-5713-492B-9D85-CA5B0264A1E2}" dt="2026-01-16T10:56:56.700" v="103" actId="1076"/>
          <ac:picMkLst>
            <pc:docMk/>
            <pc:sldMk cId="274542967" sldId="306"/>
            <ac:picMk id="12" creationId="{DE818A51-53A5-6CB4-1325-32DF5B94DC72}"/>
          </ac:picMkLst>
        </pc:picChg>
        <pc:picChg chg="add mod ord">
          <ac:chgData name="Sofia Peressotti" userId="69db6170-70b8-4881-b5df-af46647ec207" providerId="ADAL" clId="{3050D859-5713-492B-9D85-CA5B0264A1E2}" dt="2026-01-16T10:54:10.888" v="88" actId="1076"/>
          <ac:picMkLst>
            <pc:docMk/>
            <pc:sldMk cId="274542967" sldId="306"/>
            <ac:picMk id="14" creationId="{E35E7CA8-AFCE-12CC-6D99-571B7D996F02}"/>
          </ac:picMkLst>
        </pc:picChg>
        <pc:picChg chg="add mod ord">
          <ac:chgData name="Sofia Peressotti" userId="69db6170-70b8-4881-b5df-af46647ec207" providerId="ADAL" clId="{3050D859-5713-492B-9D85-CA5B0264A1E2}" dt="2026-01-16T10:57:10.910" v="105" actId="1076"/>
          <ac:picMkLst>
            <pc:docMk/>
            <pc:sldMk cId="274542967" sldId="306"/>
            <ac:picMk id="16" creationId="{FE2B8D9F-4295-937B-78D1-ECC1127DF0D1}"/>
          </ac:picMkLst>
        </pc:picChg>
        <pc:picChg chg="add mod">
          <ac:chgData name="Sofia Peressotti" userId="69db6170-70b8-4881-b5df-af46647ec207" providerId="ADAL" clId="{3050D859-5713-492B-9D85-CA5B0264A1E2}" dt="2026-01-16T11:27:54.933" v="172" actId="1076"/>
          <ac:picMkLst>
            <pc:docMk/>
            <pc:sldMk cId="274542967" sldId="306"/>
            <ac:picMk id="18" creationId="{ED03C140-1B4C-E930-43AF-9E14F1F79505}"/>
          </ac:picMkLst>
        </pc:picChg>
      </pc:sldChg>
      <pc:sldChg chg="addSp delSp modSp add mod">
        <pc:chgData name="Sofia Peressotti" userId="69db6170-70b8-4881-b5df-af46647ec207" providerId="ADAL" clId="{3050D859-5713-492B-9D85-CA5B0264A1E2}" dt="2026-01-16T11:34:25.852" v="199" actId="1076"/>
        <pc:sldMkLst>
          <pc:docMk/>
          <pc:sldMk cId="531845567" sldId="307"/>
        </pc:sldMkLst>
        <pc:spChg chg="mod">
          <ac:chgData name="Sofia Peressotti" userId="69db6170-70b8-4881-b5df-af46647ec207" providerId="ADAL" clId="{3050D859-5713-492B-9D85-CA5B0264A1E2}" dt="2026-01-16T11:25:04.949" v="161" actId="20577"/>
          <ac:spMkLst>
            <pc:docMk/>
            <pc:sldMk cId="531845567" sldId="307"/>
            <ac:spMk id="2" creationId="{486856C2-82CA-77F3-747D-18E78ACFA535}"/>
          </ac:spMkLst>
        </pc:spChg>
        <pc:spChg chg="mod">
          <ac:chgData name="Sofia Peressotti" userId="69db6170-70b8-4881-b5df-af46647ec207" providerId="ADAL" clId="{3050D859-5713-492B-9D85-CA5B0264A1E2}" dt="2026-01-16T11:30:18.921" v="182" actId="1076"/>
          <ac:spMkLst>
            <pc:docMk/>
            <pc:sldMk cId="531845567" sldId="307"/>
            <ac:spMk id="3" creationId="{E6098D9E-C436-CCD5-9416-F38C3473696D}"/>
          </ac:spMkLst>
        </pc:spChg>
        <pc:spChg chg="mod">
          <ac:chgData name="Sofia Peressotti" userId="69db6170-70b8-4881-b5df-af46647ec207" providerId="ADAL" clId="{3050D859-5713-492B-9D85-CA5B0264A1E2}" dt="2026-01-16T11:30:14.223" v="181" actId="1076"/>
          <ac:spMkLst>
            <pc:docMk/>
            <pc:sldMk cId="531845567" sldId="307"/>
            <ac:spMk id="4" creationId="{22575087-3F1C-85A7-D9F1-606DABC454AE}"/>
          </ac:spMkLst>
        </pc:spChg>
        <pc:spChg chg="mod">
          <ac:chgData name="Sofia Peressotti" userId="69db6170-70b8-4881-b5df-af46647ec207" providerId="ADAL" clId="{3050D859-5713-492B-9D85-CA5B0264A1E2}" dt="2026-01-16T11:32:29.163" v="191" actId="1076"/>
          <ac:spMkLst>
            <pc:docMk/>
            <pc:sldMk cId="531845567" sldId="307"/>
            <ac:spMk id="5" creationId="{C0CBC0C6-D2CF-649B-31F3-119A8DD158F6}"/>
          </ac:spMkLst>
        </pc:spChg>
        <pc:spChg chg="mod">
          <ac:chgData name="Sofia Peressotti" userId="69db6170-70b8-4881-b5df-af46647ec207" providerId="ADAL" clId="{3050D859-5713-492B-9D85-CA5B0264A1E2}" dt="2026-01-16T11:32:31.763" v="192" actId="1076"/>
          <ac:spMkLst>
            <pc:docMk/>
            <pc:sldMk cId="531845567" sldId="307"/>
            <ac:spMk id="6" creationId="{E6A6278A-DCD0-3270-1400-810596BCF2D7}"/>
          </ac:spMkLst>
        </pc:spChg>
        <pc:picChg chg="add mod ord">
          <ac:chgData name="Sofia Peressotti" userId="69db6170-70b8-4881-b5df-af46647ec207" providerId="ADAL" clId="{3050D859-5713-492B-9D85-CA5B0264A1E2}" dt="2026-01-16T11:27:09.178" v="168" actId="1076"/>
          <ac:picMkLst>
            <pc:docMk/>
            <pc:sldMk cId="531845567" sldId="307"/>
            <ac:picMk id="8" creationId="{AE0BC377-5F64-17D4-470B-35C299898CF4}"/>
          </ac:picMkLst>
        </pc:picChg>
        <pc:picChg chg="add mod">
          <ac:chgData name="Sofia Peressotti" userId="69db6170-70b8-4881-b5df-af46647ec207" providerId="ADAL" clId="{3050D859-5713-492B-9D85-CA5B0264A1E2}" dt="2026-01-16T11:28:02.120" v="174" actId="1076"/>
          <ac:picMkLst>
            <pc:docMk/>
            <pc:sldMk cId="531845567" sldId="307"/>
            <ac:picMk id="11" creationId="{53DB79F2-9AAC-6B29-B28B-5873A2E33ECD}"/>
          </ac:picMkLst>
        </pc:picChg>
        <pc:picChg chg="add mod ord">
          <ac:chgData name="Sofia Peressotti" userId="69db6170-70b8-4881-b5df-af46647ec207" providerId="ADAL" clId="{3050D859-5713-492B-9D85-CA5B0264A1E2}" dt="2026-01-16T11:30:00.881" v="179" actId="167"/>
          <ac:picMkLst>
            <pc:docMk/>
            <pc:sldMk cId="531845567" sldId="307"/>
            <ac:picMk id="15" creationId="{1C7DA7A2-564A-0F20-42A6-CB3133222C19}"/>
          </ac:picMkLst>
        </pc:picChg>
        <pc:picChg chg="add mod ord">
          <ac:chgData name="Sofia Peressotti" userId="69db6170-70b8-4881-b5df-af46647ec207" providerId="ADAL" clId="{3050D859-5713-492B-9D85-CA5B0264A1E2}" dt="2026-01-16T11:34:25.852" v="199" actId="1076"/>
          <ac:picMkLst>
            <pc:docMk/>
            <pc:sldMk cId="531845567" sldId="307"/>
            <ac:picMk id="18" creationId="{77B8A4F0-2B91-DB96-FEEA-31A47D6B34A3}"/>
          </ac:picMkLst>
        </pc:picChg>
        <pc:picChg chg="add mod ord">
          <ac:chgData name="Sofia Peressotti" userId="69db6170-70b8-4881-b5df-af46647ec207" providerId="ADAL" clId="{3050D859-5713-492B-9D85-CA5B0264A1E2}" dt="2026-01-16T11:34:23.131" v="198" actId="167"/>
          <ac:picMkLst>
            <pc:docMk/>
            <pc:sldMk cId="531845567" sldId="307"/>
            <ac:picMk id="20" creationId="{6D355D53-78D7-CC3F-7BFE-C99315A22930}"/>
          </ac:picMkLst>
        </pc:picChg>
      </pc:sldChg>
      <pc:sldChg chg="addSp delSp modSp add mod ord">
        <pc:chgData name="Sofia Peressotti" userId="69db6170-70b8-4881-b5df-af46647ec207" providerId="ADAL" clId="{3050D859-5713-492B-9D85-CA5B0264A1E2}" dt="2026-01-16T11:44:10.337" v="273" actId="1035"/>
        <pc:sldMkLst>
          <pc:docMk/>
          <pc:sldMk cId="889786404" sldId="308"/>
        </pc:sldMkLst>
        <pc:spChg chg="add mod">
          <ac:chgData name="Sofia Peressotti" userId="69db6170-70b8-4881-b5df-af46647ec207" providerId="ADAL" clId="{3050D859-5713-492B-9D85-CA5B0264A1E2}" dt="2026-01-16T11:43:47.042" v="261" actId="20577"/>
          <ac:spMkLst>
            <pc:docMk/>
            <pc:sldMk cId="889786404" sldId="308"/>
            <ac:spMk id="10" creationId="{113F19BB-30E4-FD11-751F-0761DED0C54E}"/>
          </ac:spMkLst>
        </pc:spChg>
        <pc:picChg chg="add mod">
          <ac:chgData name="Sofia Peressotti" userId="69db6170-70b8-4881-b5df-af46647ec207" providerId="ADAL" clId="{3050D859-5713-492B-9D85-CA5B0264A1E2}" dt="2026-01-16T11:44:10.337" v="273" actId="1035"/>
          <ac:picMkLst>
            <pc:docMk/>
            <pc:sldMk cId="889786404" sldId="308"/>
            <ac:picMk id="12" creationId="{0EFB22A5-B34C-6E98-4D54-D9B924ABE550}"/>
          </ac:picMkLst>
        </pc:picChg>
        <pc:picChg chg="add mod">
          <ac:chgData name="Sofia Peressotti" userId="69db6170-70b8-4881-b5df-af46647ec207" providerId="ADAL" clId="{3050D859-5713-492B-9D85-CA5B0264A1E2}" dt="2026-01-16T11:44:10.337" v="273" actId="1035"/>
          <ac:picMkLst>
            <pc:docMk/>
            <pc:sldMk cId="889786404" sldId="308"/>
            <ac:picMk id="13" creationId="{BCAE5EFC-DE81-9343-1FBA-1BC64F32551C}"/>
          </ac:picMkLst>
        </pc:picChg>
        <pc:picChg chg="add mod ord">
          <ac:chgData name="Sofia Peressotti" userId="69db6170-70b8-4881-b5df-af46647ec207" providerId="ADAL" clId="{3050D859-5713-492B-9D85-CA5B0264A1E2}" dt="2026-01-16T11:44:10.337" v="273" actId="1035"/>
          <ac:picMkLst>
            <pc:docMk/>
            <pc:sldMk cId="889786404" sldId="308"/>
            <ac:picMk id="14" creationId="{791F10D1-E434-6F33-E2BC-649E43DC352F}"/>
          </ac:picMkLst>
        </pc:picChg>
        <pc:picChg chg="add mod ord">
          <ac:chgData name="Sofia Peressotti" userId="69db6170-70b8-4881-b5df-af46647ec207" providerId="ADAL" clId="{3050D859-5713-492B-9D85-CA5B0264A1E2}" dt="2026-01-16T11:44:10.337" v="273" actId="1035"/>
          <ac:picMkLst>
            <pc:docMk/>
            <pc:sldMk cId="889786404" sldId="308"/>
            <ac:picMk id="16" creationId="{FF4D9B9F-ACF7-E339-CB03-65555B3EF0DD}"/>
          </ac:picMkLst>
        </pc:picChg>
      </pc:sldChg>
      <pc:sldChg chg="addSp delSp modSp add mod">
        <pc:chgData name="Sofia Peressotti" userId="69db6170-70b8-4881-b5df-af46647ec207" providerId="ADAL" clId="{3050D859-5713-492B-9D85-CA5B0264A1E2}" dt="2026-01-20T11:54:00.894" v="831" actId="113"/>
        <pc:sldMkLst>
          <pc:docMk/>
          <pc:sldMk cId="3147023348" sldId="309"/>
        </pc:sldMkLst>
        <pc:spChg chg="mod">
          <ac:chgData name="Sofia Peressotti" userId="69db6170-70b8-4881-b5df-af46647ec207" providerId="ADAL" clId="{3050D859-5713-492B-9D85-CA5B0264A1E2}" dt="2026-01-20T11:46:28.824" v="678" actId="14100"/>
          <ac:spMkLst>
            <pc:docMk/>
            <pc:sldMk cId="3147023348" sldId="309"/>
            <ac:spMk id="2" creationId="{9AD58A0B-C584-878E-3DAD-16E2B84F6AD7}"/>
          </ac:spMkLst>
        </pc:spChg>
        <pc:spChg chg="mod ord topLvl">
          <ac:chgData name="Sofia Peressotti" userId="69db6170-70b8-4881-b5df-af46647ec207" providerId="ADAL" clId="{3050D859-5713-492B-9D85-CA5B0264A1E2}" dt="2026-01-20T11:49:17.206" v="729" actId="1076"/>
          <ac:spMkLst>
            <pc:docMk/>
            <pc:sldMk cId="3147023348" sldId="309"/>
            <ac:spMk id="3" creationId="{A5449DDE-B5FC-AC6F-78BA-01E2C0750C2D}"/>
          </ac:spMkLst>
        </pc:spChg>
        <pc:spChg chg="add mod">
          <ac:chgData name="Sofia Peressotti" userId="69db6170-70b8-4881-b5df-af46647ec207" providerId="ADAL" clId="{3050D859-5713-492B-9D85-CA5B0264A1E2}" dt="2026-01-20T11:49:17.206" v="729" actId="1076"/>
          <ac:spMkLst>
            <pc:docMk/>
            <pc:sldMk cId="3147023348" sldId="309"/>
            <ac:spMk id="21" creationId="{A65A2F04-FABF-F295-D75B-95611A4231DC}"/>
          </ac:spMkLst>
        </pc:spChg>
        <pc:spChg chg="add mod">
          <ac:chgData name="Sofia Peressotti" userId="69db6170-70b8-4881-b5df-af46647ec207" providerId="ADAL" clId="{3050D859-5713-492B-9D85-CA5B0264A1E2}" dt="2026-01-20T11:49:17.206" v="729" actId="1076"/>
          <ac:spMkLst>
            <pc:docMk/>
            <pc:sldMk cId="3147023348" sldId="309"/>
            <ac:spMk id="24" creationId="{6B0949A6-E507-12A0-E49E-EF1667E88E30}"/>
          </ac:spMkLst>
        </pc:spChg>
        <pc:spChg chg="add mod">
          <ac:chgData name="Sofia Peressotti" userId="69db6170-70b8-4881-b5df-af46647ec207" providerId="ADAL" clId="{3050D859-5713-492B-9D85-CA5B0264A1E2}" dt="2026-01-20T11:49:17.206" v="729" actId="1076"/>
          <ac:spMkLst>
            <pc:docMk/>
            <pc:sldMk cId="3147023348" sldId="309"/>
            <ac:spMk id="27" creationId="{BD81AE86-3AA6-D9AC-2DB6-E01104F6CDE4}"/>
          </ac:spMkLst>
        </pc:spChg>
        <pc:spChg chg="add mod">
          <ac:chgData name="Sofia Peressotti" userId="69db6170-70b8-4881-b5df-af46647ec207" providerId="ADAL" clId="{3050D859-5713-492B-9D85-CA5B0264A1E2}" dt="2026-01-20T11:49:17.206" v="729" actId="1076"/>
          <ac:spMkLst>
            <pc:docMk/>
            <pc:sldMk cId="3147023348" sldId="309"/>
            <ac:spMk id="30" creationId="{FDF5FA1B-1FD4-AB1F-E590-3565C970B45E}"/>
          </ac:spMkLst>
        </pc:spChg>
        <pc:spChg chg="add mod">
          <ac:chgData name="Sofia Peressotti" userId="69db6170-70b8-4881-b5df-af46647ec207" providerId="ADAL" clId="{3050D859-5713-492B-9D85-CA5B0264A1E2}" dt="2026-01-20T11:49:17.206" v="729" actId="1076"/>
          <ac:spMkLst>
            <pc:docMk/>
            <pc:sldMk cId="3147023348" sldId="309"/>
            <ac:spMk id="33" creationId="{B57B30FC-132A-E86C-C826-5663B761C176}"/>
          </ac:spMkLst>
        </pc:spChg>
        <pc:spChg chg="add mod">
          <ac:chgData name="Sofia Peressotti" userId="69db6170-70b8-4881-b5df-af46647ec207" providerId="ADAL" clId="{3050D859-5713-492B-9D85-CA5B0264A1E2}" dt="2026-01-20T11:50:35.450" v="748" actId="14100"/>
          <ac:spMkLst>
            <pc:docMk/>
            <pc:sldMk cId="3147023348" sldId="309"/>
            <ac:spMk id="36" creationId="{7FACB7FB-E17D-09BA-3D4F-195500967D88}"/>
          </ac:spMkLst>
        </pc:spChg>
        <pc:spChg chg="add mod">
          <ac:chgData name="Sofia Peressotti" userId="69db6170-70b8-4881-b5df-af46647ec207" providerId="ADAL" clId="{3050D859-5713-492B-9D85-CA5B0264A1E2}" dt="2026-01-20T11:54:00.894" v="831" actId="113"/>
          <ac:spMkLst>
            <pc:docMk/>
            <pc:sldMk cId="3147023348" sldId="309"/>
            <ac:spMk id="37" creationId="{2CA922D2-0498-8CE7-592A-41D594C7BC2A}"/>
          </ac:spMkLst>
        </pc:spChg>
        <pc:picChg chg="add mod modCrop">
          <ac:chgData name="Sofia Peressotti" userId="69db6170-70b8-4881-b5df-af46647ec207" providerId="ADAL" clId="{3050D859-5713-492B-9D85-CA5B0264A1E2}" dt="2026-01-20T11:40:19.508" v="618" actId="1076"/>
          <ac:picMkLst>
            <pc:docMk/>
            <pc:sldMk cId="3147023348" sldId="309"/>
            <ac:picMk id="9" creationId="{4C137E55-5EC9-C257-7421-01980B21A9C9}"/>
          </ac:picMkLst>
        </pc:picChg>
        <pc:picChg chg="add mod">
          <ac:chgData name="Sofia Peressotti" userId="69db6170-70b8-4881-b5df-af46647ec207" providerId="ADAL" clId="{3050D859-5713-492B-9D85-CA5B0264A1E2}" dt="2026-01-20T11:46:38.507" v="679" actId="1076"/>
          <ac:picMkLst>
            <pc:docMk/>
            <pc:sldMk cId="3147023348" sldId="309"/>
            <ac:picMk id="13" creationId="{00183B75-02CA-9DE0-2984-89036FA91E8F}"/>
          </ac:picMkLst>
        </pc:picChg>
        <pc:picChg chg="add mod">
          <ac:chgData name="Sofia Peressotti" userId="69db6170-70b8-4881-b5df-af46647ec207" providerId="ADAL" clId="{3050D859-5713-492B-9D85-CA5B0264A1E2}" dt="2026-01-20T11:49:17.206" v="729" actId="1076"/>
          <ac:picMkLst>
            <pc:docMk/>
            <pc:sldMk cId="3147023348" sldId="309"/>
            <ac:picMk id="23" creationId="{301E50F3-51A7-6BDA-C3D4-731D9564B99C}"/>
          </ac:picMkLst>
        </pc:picChg>
        <pc:picChg chg="add mod">
          <ac:chgData name="Sofia Peressotti" userId="69db6170-70b8-4881-b5df-af46647ec207" providerId="ADAL" clId="{3050D859-5713-492B-9D85-CA5B0264A1E2}" dt="2026-01-20T11:49:17.206" v="729" actId="1076"/>
          <ac:picMkLst>
            <pc:docMk/>
            <pc:sldMk cId="3147023348" sldId="309"/>
            <ac:picMk id="26" creationId="{0106B6E1-FBE7-4690-FE8A-3DC6A056080F}"/>
          </ac:picMkLst>
        </pc:picChg>
        <pc:picChg chg="add mod">
          <ac:chgData name="Sofia Peressotti" userId="69db6170-70b8-4881-b5df-af46647ec207" providerId="ADAL" clId="{3050D859-5713-492B-9D85-CA5B0264A1E2}" dt="2026-01-20T11:49:17.206" v="729" actId="1076"/>
          <ac:picMkLst>
            <pc:docMk/>
            <pc:sldMk cId="3147023348" sldId="309"/>
            <ac:picMk id="29" creationId="{FAB178D6-934E-B95A-D8C0-EC570974D3AD}"/>
          </ac:picMkLst>
        </pc:picChg>
        <pc:picChg chg="add mod">
          <ac:chgData name="Sofia Peressotti" userId="69db6170-70b8-4881-b5df-af46647ec207" providerId="ADAL" clId="{3050D859-5713-492B-9D85-CA5B0264A1E2}" dt="2026-01-20T11:49:17.206" v="729" actId="1076"/>
          <ac:picMkLst>
            <pc:docMk/>
            <pc:sldMk cId="3147023348" sldId="309"/>
            <ac:picMk id="32" creationId="{920032F9-8A43-EB32-D5B8-7E98C3F92462}"/>
          </ac:picMkLst>
        </pc:picChg>
      </pc:sldChg>
      <pc:sldChg chg="add">
        <pc:chgData name="Sofia Peressotti" userId="69db6170-70b8-4881-b5df-af46647ec207" providerId="ADAL" clId="{3050D859-5713-492B-9D85-CA5B0264A1E2}" dt="2026-01-20T12:03:32.310" v="834" actId="2890"/>
        <pc:sldMkLst>
          <pc:docMk/>
          <pc:sldMk cId="152590562" sldId="310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2:20:05.62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6CF91E-7A24-0543-A3D8-91CB633826C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74D850-B6BB-DE46-9B12-E7A1FA124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45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2DAC5-5B64-EFF5-F72A-D60F469F8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03A27B-D797-2E0B-E96F-198FBC0FE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C7AA6F-C687-ECAC-7945-05C979461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140D7-ED36-C714-C2E6-20ACC0CDE4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597A-64D0-1C4C-BAD2-2D7B4941FF4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158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8C695-88B4-C27D-D8C4-ED4FEB23E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872D34-15AE-2111-0A76-EB3398449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E20FA-F1CA-B42F-A6BD-2103A8EB6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655D6-C95A-936F-F7F5-19FDF4B7C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597A-64D0-1C4C-BAD2-2D7B4941FF4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353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7E987-EC2E-D3C6-6D96-A97898D14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AC3EC8-2EA2-5327-D105-F60D58C035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41A295-81B9-99F1-F838-E26A8FC6F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ACF5E-8A2A-AA3A-4A1E-05796E6D1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597A-64D0-1C4C-BAD2-2D7B4941FF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461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57358-831F-296B-F521-C1BF40799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83BE76-CED2-D5E4-8BCC-27392A9A8A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5A5268-A568-168D-7C65-DE986B489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9056E-6BC0-23E3-6C3E-D1C19A0F5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597A-64D0-1C4C-BAD2-2D7B4941FF4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92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51574-A0BB-7147-01D8-5CF1C9E33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23F7C-B5FF-4FC8-010B-F8B08AF6C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E7618D-480B-EBE1-ABA6-8307D6539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7EB5F-6052-1F6C-EE99-49FB5EE393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597A-64D0-1C4C-BAD2-2D7B4941FF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016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C59B3-71ED-4664-F649-BBE1734C0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7FE064-095A-77F3-F347-DC2A62806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BCCDC5-32AF-067F-DC7C-E5B019F37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71753-C1E4-07F2-1EE9-780046EA9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597A-64D0-1C4C-BAD2-2D7B4941FF4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0182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30F18-5C16-0D24-90D7-56D7F1782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506AF2-493B-E933-D431-177A2C9F65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BCE4B8-3A7D-D6A3-6035-8410D0F60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53CB5-D33B-8AD3-14DA-CF692D18B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597A-64D0-1C4C-BAD2-2D7B4941FF4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603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47F56-F139-160A-85D6-88E5376D4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CA61AC-6930-552D-4198-EE86AA173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9EFAE9-8938-AA02-EFCE-8272AC48E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DF0F1-69B8-6187-D365-F76DCC47CB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597A-64D0-1C4C-BAD2-2D7B4941FF4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5692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ED5C2-5E3B-4150-273F-17026EDBF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4EB65C-5818-0919-EB77-FC741B030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CA651C-3669-C8C7-0DAE-0C24A21CCA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F85CC-8A94-2FF8-815B-090E972ACD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597A-64D0-1C4C-BAD2-2D7B4941FF4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5412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A4728-48FA-C810-1AA3-8A8985BC8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74214-E6C5-FDB9-5841-C14DB7F095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D4FFB6-1D82-518F-EE23-644F7E2EB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87756-DB81-BD7A-7202-63AC85C6B3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597A-64D0-1C4C-BAD2-2D7B4941FF4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442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FD7EC-EADD-924C-D0DC-124B78BCC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B834E9-7F82-03A1-435C-3AF306013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D360A2-8753-6E25-E306-4279F5838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59B0F-30A0-B63D-4241-C000F7EC93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597A-64D0-1C4C-BAD2-2D7B4941FF4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0862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A034D-F911-7744-CE7F-860894289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EDFDC1-4327-3D65-59CB-88AD2720E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1D8707-04B9-EE41-5122-3FC4028BD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4D7E2-8D9B-C96D-E221-3A59542F5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597A-64D0-1C4C-BAD2-2D7B4941FF4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3782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0914E-5294-225E-9976-F93DA18A9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3A84F4-8382-782B-E13B-FE3C1D5CD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D0126-1B01-5D59-87BA-F4966C163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C87E3-96ED-5F16-E644-3585E666E5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597A-64D0-1C4C-BAD2-2D7B4941FF4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6535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CE7C8-ACB6-2B4B-3928-6F2682E07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CB6711-E1A2-7E13-A8D1-33B90F107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54691A-8828-6552-9BA0-C00B492C6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D45BC-9914-197E-2566-E3CFAB7A5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597A-64D0-1C4C-BAD2-2D7B4941FF4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5833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C9C10-B9B1-855F-2CFB-F408B6EC7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762F4E-B6F8-3CF6-1511-C10C366D1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C6D388-F8AC-A19F-B83E-6829C810C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3A7CE-B9D2-126A-18B1-01F421D3F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597A-64D0-1C4C-BAD2-2D7B4941FF4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1282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1E571-0152-4F9F-38D7-F87EE95B2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77262C-35B7-87E7-2DB0-C314FC811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C6D2CB-4F1B-9861-7508-37A5F2B7A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232BC-88C4-ED00-7201-5AE62735A5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597A-64D0-1C4C-BAD2-2D7B4941FF4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2230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5A6C7-8ECD-5EB6-F87A-4A3A75CCB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F3DAF5-BA7E-6DE8-6C3F-437A7BC7F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F3323B-8BDD-FCEB-B121-8CE9461FC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66564-3DEC-3AFF-5B8C-53C786F6D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597A-64D0-1C4C-BAD2-2D7B4941FF4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6585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EEE82-53B1-D20B-5351-3E6D25C33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05691A-346D-FD7F-AE99-5D7058FFF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131318-896B-ECD0-0C56-8E6B14FC7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A094C-485D-BC71-282B-7B9E6578B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597A-64D0-1C4C-BAD2-2D7B4941FF4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0200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51B68-BD19-59A9-8F21-AB3F4EF8D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252C5-26FD-7F19-54F5-DDB81BF6F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FB252D-57EF-D9BB-012D-51C18EBDF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6EB45-328B-AE52-4E6C-31477DDFFC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597A-64D0-1C4C-BAD2-2D7B4941FF4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4759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37E81-EFF8-A6D9-B025-029014921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79AD07-B768-7B5E-5455-43BA55CEC8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841EAF-E835-06AA-CF55-AA22052F7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F5A76-E540-7044-0D0E-AF1A4BA9C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597A-64D0-1C4C-BAD2-2D7B4941FF4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2306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FFE28-0330-8B1F-2ABD-FD609DF19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080EFE-D746-BB12-13B1-47D158C76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3E26D2-75DB-C27F-59F9-B4F9AF5B5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C9975-9356-7125-117A-EA8703274D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597A-64D0-1C4C-BAD2-2D7B4941FF4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2661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7229B-56EF-6BBA-AC1A-421118D17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DCE107-D978-D570-25F6-B997CDABA9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8C76E1-E0B1-BFF3-6638-E09A4D904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5DAAE-813A-4BDB-9E7E-A2F7C72D02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D597A-64D0-1C4C-BAD2-2D7B4941FF4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74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BFB22-BD98-38CF-DB20-560112EDDE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9C1022-6F0F-8956-EBEF-F220E016D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8012C-5251-C606-5119-729BA369E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6B92A-4181-D048-8AC4-F8C114CABC4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90725-4854-5FA5-5CD3-AD7EA3226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7EAED-BB9C-2FE2-3F17-048C85784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18CDA-E9B8-9C49-A4C0-1F1A6DD0A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389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1C937-6977-8D10-5E1E-ADC20A765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16C9F-C15F-EE95-79BA-51FB5E7C4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4D862-3D2D-DBF3-43AF-9F93B731C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6B92A-4181-D048-8AC4-F8C114CABC4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97816-A9C9-6382-BFD0-36C9237DE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CCE68-9B9D-241B-0039-377876C3A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18CDA-E9B8-9C49-A4C0-1F1A6DD0A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39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D300A-DDBD-689C-C75F-2AB3D5699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1FFA1-55D2-53FB-3C15-DE237CEF1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A33AD-6E43-9A57-1120-B387323EE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6B92A-4181-D048-8AC4-F8C114CABC4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F904D-A22A-4409-656B-D6E669A23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8A1A2-B315-4A95-7E65-9BE5A302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18CDA-E9B8-9C49-A4C0-1F1A6DD0A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22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6967F-CDB2-17BF-0901-2D593CF64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8D395-3C51-4718-8674-34F65CFF0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466AE9-EABC-B488-AA54-8BBE4AC10B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01BC6-C0C2-0F82-8DF5-24F7D65FE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6B92A-4181-D048-8AC4-F8C114CABC4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0A6D7-7090-BF0E-1040-8475CD13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DC5CA-081F-C610-C568-7E138C06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18CDA-E9B8-9C49-A4C0-1F1A6DD0A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53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D07D0-5609-3F74-51A9-6886842B3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4CC6B-C41A-B068-F84D-04727F438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A6610-45E9-4E0D-842D-2B54BC110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4F7559-803B-E085-7934-187C69F040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8A6AA7-9CBB-905D-1A44-722926387F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D308CF-4085-1393-7AAE-250CC15B0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6B92A-4181-D048-8AC4-F8C114CABC4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66B27E-9EBB-808B-2929-01FC2EB9F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3B480E-A341-259B-6B1E-DD15509D6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18CDA-E9B8-9C49-A4C0-1F1A6DD0A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538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D5717-835B-9B7D-1416-2142186A9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8AA845-E405-A384-FBAC-B93B5F600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6B92A-4181-D048-8AC4-F8C114CABC4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DBBBF-3AB3-B056-8D2D-549C49FD6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0E88D8-0EC8-ED74-80A5-9F3653713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18CDA-E9B8-9C49-A4C0-1F1A6DD0A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758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41F1F9-4F42-C91F-A9E8-8EFA4BD43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6B92A-4181-D048-8AC4-F8C114CABC4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87BC91-48B8-9A5A-3A4B-66AB6A58D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7BC14-167B-9475-5BA5-D66EB3AA3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18CDA-E9B8-9C49-A4C0-1F1A6DD0A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713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EB41-85BF-5283-8C45-46C2EA63B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39CF4-7EB2-E50E-0AF2-AE9234831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C6362-15E8-917B-D3DF-DE699B031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AD6B8-0B9F-6249-C94B-326010C9B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6B92A-4181-D048-8AC4-F8C114CABC4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180A5-7212-267E-EE27-9B670C379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E6A432-025C-8074-27A3-CA8F2E0B4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18CDA-E9B8-9C49-A4C0-1F1A6DD0A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830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E335-E19B-B22B-A6B1-962D3812B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7E2DB-157B-DF40-E186-A7F596F5E2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77029-54A3-985E-08F2-80807FC92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9CD09-6A89-117A-017E-42508EACC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6B92A-4181-D048-8AC4-F8C114CABC4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FBA57-B248-8BE3-96A4-23D224158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6D962-F006-3F40-51E2-AADA7E01D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18CDA-E9B8-9C49-A4C0-1F1A6DD0A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991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E68A1-F6F7-0DD9-1180-B5A9BCB8F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3C020A-5B0D-1D62-9EA6-955769470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A63C1-8230-EB4B-5EC2-26AC4E2E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6B92A-4181-D048-8AC4-F8C114CABC4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1A7C5-3F97-9D4A-5DA0-A581D0F42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8DBD6-5138-3378-2D7D-8DFBF87EB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18CDA-E9B8-9C49-A4C0-1F1A6DD0A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903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A6C24B-2869-2E91-4FF3-F21BBFD551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458C8E-AC7B-9586-03DF-52D9F2E88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BAC15-2B20-1CCA-D75E-B4D45596D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6B92A-4181-D048-8AC4-F8C114CABC4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E9C06-F762-CC55-9C26-C8B298D35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B3EEC-8539-ADAA-93FB-0905BAF26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18CDA-E9B8-9C49-A4C0-1F1A6DD0A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8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B76361-8E60-30D0-EA18-AC3670F78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7F691-53BD-1235-3807-19A30D43F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48D93-D0A2-85A1-4A4D-F8F3756E36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E6B92A-4181-D048-8AC4-F8C114CABC4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15412-48BF-ABB5-4274-BADD9BB243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FF3C2-C6E6-C75D-7288-B29C957A26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118CDA-E9B8-9C49-A4C0-1F1A6DD0A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286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jpg"/><Relationship Id="rId5" Type="http://schemas.openxmlformats.org/officeDocument/2006/relationships/image" Target="../media/image58.jpg"/><Relationship Id="rId4" Type="http://schemas.openxmlformats.org/officeDocument/2006/relationships/image" Target="../media/image57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1940C-FE0D-481D-CB3B-00FB37246D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PCB 24wells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D422D9-9702-E498-8B4F-0D6CD235F9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Sofia Peressotti</a:t>
            </a:r>
          </a:p>
          <a:p>
            <a:r>
              <a:rPr lang="en-US" dirty="0"/>
              <a:t>DSM collaboration</a:t>
            </a:r>
          </a:p>
        </p:txBody>
      </p:sp>
    </p:spTree>
    <p:extLst>
      <p:ext uri="{BB962C8B-B14F-4D97-AF65-F5344CB8AC3E}">
        <p14:creationId xmlns:p14="http://schemas.microsoft.com/office/powerpoint/2010/main" val="1949093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8D979-4B75-63FF-F39E-2145D1F49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circuit board with many colored wires&#10;&#10;AI-generated content may be incorrect.">
            <a:extLst>
              <a:ext uri="{FF2B5EF4-FFF2-40B4-BE49-F238E27FC236}">
                <a16:creationId xmlns:a16="http://schemas.microsoft.com/office/drawing/2014/main" id="{FAB3B398-3629-5B7D-D959-C7AF9A285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843" y="4055883"/>
            <a:ext cx="3736157" cy="2802117"/>
          </a:xfrm>
          <a:prstGeom prst="rect">
            <a:avLst/>
          </a:prstGeom>
        </p:spPr>
      </p:pic>
      <p:pic>
        <p:nvPicPr>
          <p:cNvPr id="4" name="Picture 3" descr="A close-up of a machine&#10;&#10;AI-generated content may be incorrect.">
            <a:extLst>
              <a:ext uri="{FF2B5EF4-FFF2-40B4-BE49-F238E27FC236}">
                <a16:creationId xmlns:a16="http://schemas.microsoft.com/office/drawing/2014/main" id="{766F9CB1-0804-AC1F-7BC1-AD69D55A0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921166" y="602735"/>
            <a:ext cx="4821880" cy="3616410"/>
          </a:xfrm>
          <a:prstGeom prst="rect">
            <a:avLst/>
          </a:prstGeom>
        </p:spPr>
      </p:pic>
      <p:pic>
        <p:nvPicPr>
          <p:cNvPr id="10" name="Picture 9" descr="A table with several electronic devices&#10;&#10;AI-generated content may be incorrect.">
            <a:extLst>
              <a:ext uri="{FF2B5EF4-FFF2-40B4-BE49-F238E27FC236}">
                <a16:creationId xmlns:a16="http://schemas.microsoft.com/office/drawing/2014/main" id="{CE1F8AB5-B700-24BA-FBB5-7FA380F6B6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345"/>
            <a:ext cx="6429633" cy="482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501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3A83D-AFD9-D345-3873-D67086013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23E1A74-238B-A4D3-DAEA-7FA9EEF8C7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789" t="31816" r="40068" b="47884"/>
          <a:stretch>
            <a:fillRect/>
          </a:stretch>
        </p:blipFill>
        <p:spPr>
          <a:xfrm>
            <a:off x="1132882" y="3156070"/>
            <a:ext cx="2859540" cy="25410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9F7BDF-7DA0-0E6B-459A-989046B01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13" y="32500"/>
            <a:ext cx="10515600" cy="769763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PCB </a:t>
            </a:r>
            <a:r>
              <a:rPr lang="en-US" sz="2400" b="1" u="sng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desgin</a:t>
            </a:r>
            <a:endParaRPr lang="en-US" sz="2400" u="sng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444B556-5E5D-12F1-F23F-A8BB4DDB0526}"/>
              </a:ext>
            </a:extLst>
          </p:cNvPr>
          <p:cNvSpPr txBox="1">
            <a:spLocks/>
          </p:cNvSpPr>
          <p:nvPr/>
        </p:nvSpPr>
        <p:spPr>
          <a:xfrm>
            <a:off x="10793681" y="217644"/>
            <a:ext cx="1042147" cy="3794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PHASE 1.2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BC6371B-9AAB-F7A4-72A3-8514B385D660}"/>
              </a:ext>
            </a:extLst>
          </p:cNvPr>
          <p:cNvSpPr txBox="1">
            <a:spLocks/>
          </p:cNvSpPr>
          <p:nvPr/>
        </p:nvSpPr>
        <p:spPr>
          <a:xfrm>
            <a:off x="9892749" y="407393"/>
            <a:ext cx="1856941" cy="3794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Setup and Characterization</a:t>
            </a:r>
          </a:p>
        </p:txBody>
      </p:sp>
      <p:pic>
        <p:nvPicPr>
          <p:cNvPr id="10" name="Picture 9" descr="A blueprint of a circuit board&#10;&#10;AI-generated content may be incorrect.">
            <a:extLst>
              <a:ext uri="{FF2B5EF4-FFF2-40B4-BE49-F238E27FC236}">
                <a16:creationId xmlns:a16="http://schemas.microsoft.com/office/drawing/2014/main" id="{C0C51042-1A06-9BAF-EA47-984D23A97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092" y="873916"/>
            <a:ext cx="5632736" cy="56823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1DD4B8-73B4-CFAF-85CD-F539EBCE44FB}"/>
              </a:ext>
            </a:extLst>
          </p:cNvPr>
          <p:cNvSpPr txBox="1"/>
          <p:nvPr/>
        </p:nvSpPr>
        <p:spPr>
          <a:xfrm>
            <a:off x="176914" y="864059"/>
            <a:ext cx="553808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Specs: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24 channels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Can be connected to 1 or 2 stimulators (DS5s in this case but it’s flexible)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0-16 mA, 1-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Current and voltage can be measured for each well using an external differential oscilloscope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 filter is applied to remove DC offset (but can be switched on and off) with the capacitors and a 100kohm leakage resistors is there for discharges of the capacitors and potential current leakages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45019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4D9B9-9401-02A0-957E-E39B10D3A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4F71342-F71C-CA9A-5D8F-9F3D3A41A00F}"/>
              </a:ext>
            </a:extLst>
          </p:cNvPr>
          <p:cNvSpPr txBox="1">
            <a:spLocks/>
          </p:cNvSpPr>
          <p:nvPr/>
        </p:nvSpPr>
        <p:spPr>
          <a:xfrm>
            <a:off x="10793681" y="217644"/>
            <a:ext cx="1042147" cy="3794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PHASE 1.2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A436BC3-E74D-50A0-3E34-A780D7A92AC5}"/>
              </a:ext>
            </a:extLst>
          </p:cNvPr>
          <p:cNvSpPr txBox="1">
            <a:spLocks/>
          </p:cNvSpPr>
          <p:nvPr/>
        </p:nvSpPr>
        <p:spPr>
          <a:xfrm>
            <a:off x="9892749" y="407393"/>
            <a:ext cx="1856941" cy="3794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Setup and Characterization</a:t>
            </a:r>
          </a:p>
        </p:txBody>
      </p:sp>
      <p:pic>
        <p:nvPicPr>
          <p:cNvPr id="6" name="Picture 5" descr="A diagram of a building&#10;&#10;AI-generated content may be incorrect.">
            <a:extLst>
              <a:ext uri="{FF2B5EF4-FFF2-40B4-BE49-F238E27FC236}">
                <a16:creationId xmlns:a16="http://schemas.microsoft.com/office/drawing/2014/main" id="{30E07711-8B4F-0BF0-E2DB-CADF0DC50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287" y="32500"/>
            <a:ext cx="9547267" cy="675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842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617A1-9C78-0968-B215-C40850242A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EIS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DC18CF-6FF3-DE49-8135-36C9F28001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AUTOLAB LSBI</a:t>
            </a:r>
          </a:p>
          <a:p>
            <a:r>
              <a:rPr lang="en-US" dirty="0"/>
              <a:t>14.01.26</a:t>
            </a:r>
          </a:p>
        </p:txBody>
      </p:sp>
    </p:spTree>
    <p:extLst>
      <p:ext uri="{BB962C8B-B14F-4D97-AF65-F5344CB8AC3E}">
        <p14:creationId xmlns:p14="http://schemas.microsoft.com/office/powerpoint/2010/main" val="771087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1A9D3-638F-86B7-9500-3C1A9E3E4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49E40-AFBC-CB4C-963F-97166A4BF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13" y="32500"/>
            <a:ext cx="10515600" cy="769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circuit</a:t>
            </a:r>
            <a:endParaRPr lang="en-US" sz="2400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94152B-6210-8BE8-CF86-8A2E22D99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15" y="929263"/>
            <a:ext cx="11552969" cy="52306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43BDBB-45CD-995B-7E3A-7979A3764103}"/>
              </a:ext>
            </a:extLst>
          </p:cNvPr>
          <p:cNvSpPr/>
          <p:nvPr/>
        </p:nvSpPr>
        <p:spPr>
          <a:xfrm>
            <a:off x="213113" y="802263"/>
            <a:ext cx="5685359" cy="559853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79488E2-6A49-6886-CCE4-02053B39241A}"/>
                  </a:ext>
                </a:extLst>
              </p14:cNvPr>
              <p14:cNvContentPartPr/>
              <p14:nvPr/>
            </p14:nvContentPartPr>
            <p14:xfrm>
              <a:off x="6552219" y="39047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79488E2-6A49-6886-CCE4-02053B3924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34219" y="372835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2323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2EF99-13F6-A55B-C466-934C6CF41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EA01C-C56E-6715-384B-B0C033CB9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13" y="32500"/>
            <a:ext cx="10515600" cy="769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All circuit - impedance</a:t>
            </a:r>
            <a:endParaRPr lang="en-US" sz="2400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" name="Picture 5" descr="A collage of different types of filters&#10;&#10;AI-generated content may be incorrect.">
            <a:extLst>
              <a:ext uri="{FF2B5EF4-FFF2-40B4-BE49-F238E27FC236}">
                <a16:creationId xmlns:a16="http://schemas.microsoft.com/office/drawing/2014/main" id="{56A0AFAD-C5B6-B962-2E49-6539F1A37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08" y="802263"/>
            <a:ext cx="7867353" cy="56195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EC598A-FC01-2AC1-1CD9-F42B1E3E7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422" y="832645"/>
            <a:ext cx="3718969" cy="519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07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D6E33-E080-86C0-26D3-79DF9AF66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49874-F8DB-9CE0-5224-4666015ED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13" y="32500"/>
            <a:ext cx="10515600" cy="769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All circuit - phase</a:t>
            </a:r>
            <a:endParaRPr lang="en-US" sz="2400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8" name="Picture 7" descr="A collage of different types of lines&#10;&#10;AI-generated content may be incorrect.">
            <a:extLst>
              <a:ext uri="{FF2B5EF4-FFF2-40B4-BE49-F238E27FC236}">
                <a16:creationId xmlns:a16="http://schemas.microsoft.com/office/drawing/2014/main" id="{26038A30-DE2A-07D0-91E2-E11539ADA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2263"/>
            <a:ext cx="7631206" cy="54508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618E6D-7D64-3EC4-644C-307284252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422" y="832645"/>
            <a:ext cx="3718969" cy="519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287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1ED53-D249-40F2-AC23-7FAC766F9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835A8-04B9-B387-891F-E7BC97CD2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13" y="32500"/>
            <a:ext cx="10515600" cy="769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Single arm - Impedance</a:t>
            </a:r>
            <a:endParaRPr lang="en-US" sz="2400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Picture 3" descr="A graph of electrolysis&#10;&#10;AI-generated content may be incorrect.">
            <a:extLst>
              <a:ext uri="{FF2B5EF4-FFF2-40B4-BE49-F238E27FC236}">
                <a16:creationId xmlns:a16="http://schemas.microsoft.com/office/drawing/2014/main" id="{C71BD794-7AFE-CF06-87F6-92E5CAFA2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32524"/>
            <a:ext cx="5985933" cy="4275666"/>
          </a:xfrm>
          <a:prstGeom prst="rect">
            <a:avLst/>
          </a:prstGeom>
        </p:spPr>
      </p:pic>
      <p:pic>
        <p:nvPicPr>
          <p:cNvPr id="7" name="Picture 6" descr="A graph of electrolysis&#10;&#10;AI-generated content may be incorrect.">
            <a:extLst>
              <a:ext uri="{FF2B5EF4-FFF2-40B4-BE49-F238E27FC236}">
                <a16:creationId xmlns:a16="http://schemas.microsoft.com/office/drawing/2014/main" id="{534032E2-5D90-DEB8-B7DF-FCB6BBDCC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32524"/>
            <a:ext cx="5985933" cy="427566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137A7C6-18DF-BC1A-4AB4-FC0ADC9B239C}"/>
              </a:ext>
            </a:extLst>
          </p:cNvPr>
          <p:cNvSpPr txBox="1">
            <a:spLocks/>
          </p:cNvSpPr>
          <p:nvPr/>
        </p:nvSpPr>
        <p:spPr>
          <a:xfrm>
            <a:off x="1186606" y="862761"/>
            <a:ext cx="4179394" cy="367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Working electrode (+)</a:t>
            </a:r>
            <a:endParaRPr lang="en-US" sz="20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AFF5145-F84A-82B8-93E5-A0A24CA30E88}"/>
              </a:ext>
            </a:extLst>
          </p:cNvPr>
          <p:cNvSpPr txBox="1">
            <a:spLocks/>
          </p:cNvSpPr>
          <p:nvPr/>
        </p:nvSpPr>
        <p:spPr>
          <a:xfrm>
            <a:off x="7109336" y="862761"/>
            <a:ext cx="4179394" cy="367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Counter electrode (-)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403D0FC-73BB-BE5D-84A1-DCA663793EAF}"/>
              </a:ext>
            </a:extLst>
          </p:cNvPr>
          <p:cNvSpPr txBox="1">
            <a:spLocks/>
          </p:cNvSpPr>
          <p:nvPr/>
        </p:nvSpPr>
        <p:spPr>
          <a:xfrm>
            <a:off x="4604074" y="661832"/>
            <a:ext cx="1833547" cy="769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Stim1</a:t>
            </a:r>
          </a:p>
          <a:p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C=2.2 </a:t>
            </a:r>
            <a:r>
              <a:rPr lang="en-US" sz="1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uF</a:t>
            </a: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R2 = 1 ohm</a:t>
            </a:r>
          </a:p>
          <a:p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Stim2</a:t>
            </a:r>
          </a:p>
          <a:p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C=1 </a:t>
            </a:r>
            <a:r>
              <a:rPr lang="en-US" sz="1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uF</a:t>
            </a: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R2 = 10 ohm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5972C67-FFB2-C1DB-076D-EB766D9AAAA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1224" r="18745"/>
          <a:stretch>
            <a:fillRect/>
          </a:stretch>
        </p:blipFill>
        <p:spPr>
          <a:xfrm rot="16200000">
            <a:off x="8789560" y="4425167"/>
            <a:ext cx="818945" cy="38076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DC3A1E7-6D2D-6256-7A2B-651A51F6F4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423" r="49266"/>
          <a:stretch>
            <a:fillRect/>
          </a:stretch>
        </p:blipFill>
        <p:spPr>
          <a:xfrm rot="16200000">
            <a:off x="2583494" y="4559502"/>
            <a:ext cx="818947" cy="353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1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A0E79-A929-4C74-6373-56EEED09E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DCA02-DE89-8790-F7F3-480EDC2FE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13" y="32500"/>
            <a:ext cx="10515600" cy="769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Single arm - Phase</a:t>
            </a:r>
            <a:endParaRPr lang="en-US" sz="2400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" name="Picture 4" descr="A graph of electrolysis&#10;&#10;AI-generated content may be incorrect.">
            <a:extLst>
              <a:ext uri="{FF2B5EF4-FFF2-40B4-BE49-F238E27FC236}">
                <a16:creationId xmlns:a16="http://schemas.microsoft.com/office/drawing/2014/main" id="{56763021-C77B-6112-DF9E-62DD1C5AD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4" y="1632524"/>
            <a:ext cx="6048586" cy="4320418"/>
          </a:xfrm>
          <a:prstGeom prst="rect">
            <a:avLst/>
          </a:prstGeom>
        </p:spPr>
      </p:pic>
      <p:pic>
        <p:nvPicPr>
          <p:cNvPr id="8" name="Picture 7" descr="A collage of graphing of electrolysis&#10;&#10;AI-generated content may be incorrect.">
            <a:extLst>
              <a:ext uri="{FF2B5EF4-FFF2-40B4-BE49-F238E27FC236}">
                <a16:creationId xmlns:a16="http://schemas.microsoft.com/office/drawing/2014/main" id="{577C5C92-04B2-2E56-E9EA-40A8441B6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32524"/>
            <a:ext cx="6048586" cy="432041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0ED60A2-67A6-ED4E-2147-B1EA13751919}"/>
              </a:ext>
            </a:extLst>
          </p:cNvPr>
          <p:cNvSpPr txBox="1">
            <a:spLocks/>
          </p:cNvSpPr>
          <p:nvPr/>
        </p:nvSpPr>
        <p:spPr>
          <a:xfrm>
            <a:off x="1186606" y="862761"/>
            <a:ext cx="4179394" cy="367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Working electrode (+)</a:t>
            </a:r>
            <a:endParaRPr lang="en-US" sz="20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87C36A6-8A39-5F94-0158-6F548175B051}"/>
              </a:ext>
            </a:extLst>
          </p:cNvPr>
          <p:cNvSpPr txBox="1">
            <a:spLocks/>
          </p:cNvSpPr>
          <p:nvPr/>
        </p:nvSpPr>
        <p:spPr>
          <a:xfrm>
            <a:off x="7109336" y="862761"/>
            <a:ext cx="4179394" cy="367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Counter electrode (-)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973D532-52E7-E435-93E5-DFC29611C861}"/>
              </a:ext>
            </a:extLst>
          </p:cNvPr>
          <p:cNvSpPr txBox="1">
            <a:spLocks/>
          </p:cNvSpPr>
          <p:nvPr/>
        </p:nvSpPr>
        <p:spPr>
          <a:xfrm>
            <a:off x="4604074" y="661832"/>
            <a:ext cx="1833547" cy="769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Stim1</a:t>
            </a:r>
          </a:p>
          <a:p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C=2.2 </a:t>
            </a:r>
            <a:r>
              <a:rPr lang="en-US" sz="1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uF</a:t>
            </a: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R2 = 1 ohm</a:t>
            </a:r>
          </a:p>
          <a:p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Stim2</a:t>
            </a:r>
          </a:p>
          <a:p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C=1 </a:t>
            </a:r>
            <a:r>
              <a:rPr lang="en-US" sz="1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uF</a:t>
            </a: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R2 = 10 ohm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F8A94B5-B83C-4330-DBDF-058095B0F6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1224" r="18745"/>
          <a:stretch>
            <a:fillRect/>
          </a:stretch>
        </p:blipFill>
        <p:spPr>
          <a:xfrm rot="16200000">
            <a:off x="8789560" y="4425167"/>
            <a:ext cx="818945" cy="380762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706DCFB-6B39-049D-88F2-26495D400C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423" r="49266"/>
          <a:stretch>
            <a:fillRect/>
          </a:stretch>
        </p:blipFill>
        <p:spPr>
          <a:xfrm rot="16200000">
            <a:off x="2583494" y="4559502"/>
            <a:ext cx="818947" cy="353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595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736AC-D9B7-31FC-E953-B51F2884F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7E63B-EA65-0A78-7422-907B95BA4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13" y="32500"/>
            <a:ext cx="10515600" cy="769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 vs CE</a:t>
            </a:r>
            <a:endParaRPr lang="en-US" sz="2400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DB32BDD-4E47-D71F-329D-F9F52A7B89A2}"/>
              </a:ext>
            </a:extLst>
          </p:cNvPr>
          <p:cNvSpPr txBox="1">
            <a:spLocks/>
          </p:cNvSpPr>
          <p:nvPr/>
        </p:nvSpPr>
        <p:spPr>
          <a:xfrm>
            <a:off x="1186606" y="862761"/>
            <a:ext cx="2955810" cy="367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Stim1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257AB74-C156-2439-4B9C-B51105C53099}"/>
              </a:ext>
            </a:extLst>
          </p:cNvPr>
          <p:cNvSpPr txBox="1">
            <a:spLocks/>
          </p:cNvSpPr>
          <p:nvPr/>
        </p:nvSpPr>
        <p:spPr>
          <a:xfrm>
            <a:off x="4930123" y="862761"/>
            <a:ext cx="2709724" cy="367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Stim2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Picture 3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68540FAF-F67A-12D9-29DF-98BD5C965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899" y="1230669"/>
            <a:ext cx="7688946" cy="2746052"/>
          </a:xfrm>
          <a:prstGeom prst="rect">
            <a:avLst/>
          </a:prstGeom>
        </p:spPr>
      </p:pic>
      <p:pic>
        <p:nvPicPr>
          <p:cNvPr id="7" name="Picture 6" descr="A graph of a curve&#10;&#10;AI-generated content may be incorrect.">
            <a:extLst>
              <a:ext uri="{FF2B5EF4-FFF2-40B4-BE49-F238E27FC236}">
                <a16:creationId xmlns:a16="http://schemas.microsoft.com/office/drawing/2014/main" id="{FE28ADEF-83EF-A6E2-B7CB-7F349C605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05" y="3976721"/>
            <a:ext cx="7688946" cy="27460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F841E8-5A3F-47D9-11F6-1336B76D0D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8696" y="1230668"/>
            <a:ext cx="3718969" cy="519270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971E4455-3C8D-ED53-BFFA-D3D3AB205E46}"/>
              </a:ext>
            </a:extLst>
          </p:cNvPr>
          <p:cNvSpPr txBox="1">
            <a:spLocks/>
          </p:cNvSpPr>
          <p:nvPr/>
        </p:nvSpPr>
        <p:spPr>
          <a:xfrm>
            <a:off x="8211190" y="477879"/>
            <a:ext cx="1833547" cy="769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Stim1</a:t>
            </a:r>
          </a:p>
          <a:p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C=2.2 </a:t>
            </a:r>
            <a:r>
              <a:rPr lang="en-US" sz="1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uF</a:t>
            </a: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R2 = 1 ohm</a:t>
            </a:r>
          </a:p>
          <a:p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Stim2</a:t>
            </a:r>
          </a:p>
          <a:p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C=1 </a:t>
            </a:r>
            <a:r>
              <a:rPr lang="en-US" sz="1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uF</a:t>
            </a: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R2 = 10 ohm</a:t>
            </a:r>
          </a:p>
        </p:txBody>
      </p:sp>
    </p:spTree>
    <p:extLst>
      <p:ext uri="{BB962C8B-B14F-4D97-AF65-F5344CB8AC3E}">
        <p14:creationId xmlns:p14="http://schemas.microsoft.com/office/powerpoint/2010/main" val="357030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3BAE6-89F1-4EF6-DCE2-5E146BEFB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E6756-CA1A-D5CD-998B-53469409D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13" y="32500"/>
            <a:ext cx="10515600" cy="769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Values @ 1 kHz</a:t>
            </a:r>
            <a:endParaRPr lang="en-US" sz="2400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086704C-C5CC-4541-E286-FB876935B648}"/>
              </a:ext>
            </a:extLst>
          </p:cNvPr>
          <p:cNvSpPr txBox="1">
            <a:spLocks/>
          </p:cNvSpPr>
          <p:nvPr/>
        </p:nvSpPr>
        <p:spPr>
          <a:xfrm>
            <a:off x="4182146" y="1466510"/>
            <a:ext cx="4179394" cy="367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Working electrode (+)</a:t>
            </a:r>
            <a:endParaRPr lang="en-US" sz="20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0E2948D-4057-B81B-02A7-0B64546C95E1}"/>
              </a:ext>
            </a:extLst>
          </p:cNvPr>
          <p:cNvSpPr txBox="1">
            <a:spLocks/>
          </p:cNvSpPr>
          <p:nvPr/>
        </p:nvSpPr>
        <p:spPr>
          <a:xfrm>
            <a:off x="8009853" y="1466509"/>
            <a:ext cx="4179394" cy="367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Counter electrode (-)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D2A44C7-4F53-08F2-C084-4BD6AAF36134}"/>
              </a:ext>
            </a:extLst>
          </p:cNvPr>
          <p:cNvGrpSpPr/>
          <p:nvPr/>
        </p:nvGrpSpPr>
        <p:grpSpPr>
          <a:xfrm>
            <a:off x="144700" y="2219127"/>
            <a:ext cx="11950223" cy="3028084"/>
            <a:chOff x="43543" y="2035629"/>
            <a:chExt cx="12759141" cy="3233057"/>
          </a:xfrm>
        </p:grpSpPr>
        <p:pic>
          <p:nvPicPr>
            <p:cNvPr id="4" name="Picture 3" descr="A graph of different colored bars&#10;&#10;AI-generated content may be incorrect.">
              <a:extLst>
                <a:ext uri="{FF2B5EF4-FFF2-40B4-BE49-F238E27FC236}">
                  <a16:creationId xmlns:a16="http://schemas.microsoft.com/office/drawing/2014/main" id="{C3B50FDB-B71C-C5B1-22EC-FCED6DEAA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43" y="2035629"/>
              <a:ext cx="4310743" cy="3233057"/>
            </a:xfrm>
            <a:prstGeom prst="rect">
              <a:avLst/>
            </a:prstGeom>
          </p:spPr>
        </p:pic>
        <p:pic>
          <p:nvPicPr>
            <p:cNvPr id="7" name="Picture 6" descr="A graph showing the amount of electrodes&#10;&#10;AI-generated content may be incorrect.">
              <a:extLst>
                <a:ext uri="{FF2B5EF4-FFF2-40B4-BE49-F238E27FC236}">
                  <a16:creationId xmlns:a16="http://schemas.microsoft.com/office/drawing/2014/main" id="{43CE22D4-C180-6508-A527-FB6805EA42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91941" y="2035629"/>
              <a:ext cx="4310743" cy="3233057"/>
            </a:xfrm>
            <a:prstGeom prst="rect">
              <a:avLst/>
            </a:prstGeom>
          </p:spPr>
        </p:pic>
        <p:pic>
          <p:nvPicPr>
            <p:cNvPr id="12" name="Picture 11" descr="A graph of a graph showing the amount of electrodes&#10;&#10;AI-generated content may be incorrect.">
              <a:extLst>
                <a:ext uri="{FF2B5EF4-FFF2-40B4-BE49-F238E27FC236}">
                  <a16:creationId xmlns:a16="http://schemas.microsoft.com/office/drawing/2014/main" id="{8D3B1817-BCBF-DB3D-8046-59A44A0777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42318" y="2035629"/>
              <a:ext cx="4310743" cy="3233057"/>
            </a:xfrm>
            <a:prstGeom prst="rect">
              <a:avLst/>
            </a:prstGeom>
          </p:spPr>
        </p:pic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AC2DE549-6B17-2262-8FA2-5960BA17F9A0}"/>
              </a:ext>
            </a:extLst>
          </p:cNvPr>
          <p:cNvSpPr txBox="1">
            <a:spLocks/>
          </p:cNvSpPr>
          <p:nvPr/>
        </p:nvSpPr>
        <p:spPr>
          <a:xfrm>
            <a:off x="279146" y="1466509"/>
            <a:ext cx="4179394" cy="367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All circuit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C3389D8-CA08-4E06-CC92-3589D0C4D617}"/>
              </a:ext>
            </a:extLst>
          </p:cNvPr>
          <p:cNvSpPr txBox="1">
            <a:spLocks/>
          </p:cNvSpPr>
          <p:nvPr/>
        </p:nvSpPr>
        <p:spPr>
          <a:xfrm>
            <a:off x="7543655" y="1265580"/>
            <a:ext cx="1384743" cy="769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Stim1</a:t>
            </a:r>
          </a:p>
          <a:p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R2 = 1 ohm</a:t>
            </a:r>
          </a:p>
          <a:p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Stim2</a:t>
            </a:r>
          </a:p>
          <a:p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R2 = 10 ohm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4A84827-19F3-5068-5218-DAEDD061A38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224" r="18745"/>
          <a:stretch>
            <a:fillRect/>
          </a:stretch>
        </p:blipFill>
        <p:spPr>
          <a:xfrm rot="16200000">
            <a:off x="9734015" y="3936656"/>
            <a:ext cx="818945" cy="380762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65811BF-9DC3-FA45-5EAD-6635134A3B7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423" r="49266"/>
          <a:stretch>
            <a:fillRect/>
          </a:stretch>
        </p:blipFill>
        <p:spPr>
          <a:xfrm rot="16200000">
            <a:off x="5830901" y="4070990"/>
            <a:ext cx="818947" cy="353895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869903E-4BEC-69F8-63A4-5A08EC1AB85B}"/>
              </a:ext>
            </a:extLst>
          </p:cNvPr>
          <p:cNvSpPr txBox="1">
            <a:spLocks/>
          </p:cNvSpPr>
          <p:nvPr/>
        </p:nvSpPr>
        <p:spPr>
          <a:xfrm>
            <a:off x="2172806" y="5247211"/>
            <a:ext cx="1779519" cy="1225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With (actual) </a:t>
            </a:r>
          </a:p>
          <a:p>
            <a:pPr algn="ctr"/>
            <a:r>
              <a:rPr lang="en-U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filter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OFF</a:t>
            </a:r>
          </a:p>
          <a:p>
            <a:pPr algn="ctr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Well impedance:</a:t>
            </a:r>
          </a:p>
          <a:p>
            <a:pPr algn="ctr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Stim1: 158.6 ohm</a:t>
            </a:r>
          </a:p>
          <a:p>
            <a:pPr algn="ctr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Stim2</a:t>
            </a:r>
            <a:r>
              <a:rPr lang="en-U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159.8 ohm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6C26F84-BA29-0735-D65F-39F495845942}"/>
              </a:ext>
            </a:extLst>
          </p:cNvPr>
          <p:cNvSpPr txBox="1">
            <a:spLocks/>
          </p:cNvSpPr>
          <p:nvPr/>
        </p:nvSpPr>
        <p:spPr>
          <a:xfrm>
            <a:off x="485308" y="5328401"/>
            <a:ext cx="1779520" cy="1144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With (actual)</a:t>
            </a:r>
          </a:p>
          <a:p>
            <a:pPr algn="ctr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filter ON</a:t>
            </a:r>
          </a:p>
          <a:p>
            <a:pPr algn="ctr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Well impedance:</a:t>
            </a:r>
          </a:p>
          <a:p>
            <a:pPr algn="ctr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Stim1: 113.1 ohm</a:t>
            </a:r>
          </a:p>
          <a:p>
            <a:pPr algn="ctr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Stim2</a:t>
            </a:r>
            <a:r>
              <a:rPr lang="en-U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81.0 ohm</a:t>
            </a:r>
          </a:p>
          <a:p>
            <a:pPr algn="ctr"/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D4B0BC-39A7-51EC-C09B-A2577C0C41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383" y="6900483"/>
            <a:ext cx="10783234" cy="30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640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E5487-9487-8587-3651-68B375F40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81B1A-6080-4FD9-CA1F-67C73D5ED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13" y="32500"/>
            <a:ext cx="10515600" cy="769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Values @ 10 Hz</a:t>
            </a:r>
            <a:endParaRPr lang="en-US" sz="2400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897248B-A556-D715-C182-B9A755B46800}"/>
              </a:ext>
            </a:extLst>
          </p:cNvPr>
          <p:cNvSpPr txBox="1">
            <a:spLocks/>
          </p:cNvSpPr>
          <p:nvPr/>
        </p:nvSpPr>
        <p:spPr>
          <a:xfrm>
            <a:off x="4182146" y="1466510"/>
            <a:ext cx="4179394" cy="367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Working electrode (+)</a:t>
            </a:r>
            <a:endParaRPr lang="en-US" sz="20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04DB13D-A223-34CF-A96B-1B03C3E3792B}"/>
              </a:ext>
            </a:extLst>
          </p:cNvPr>
          <p:cNvSpPr txBox="1">
            <a:spLocks/>
          </p:cNvSpPr>
          <p:nvPr/>
        </p:nvSpPr>
        <p:spPr>
          <a:xfrm>
            <a:off x="8009853" y="1466509"/>
            <a:ext cx="4179394" cy="367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Counter electrode (-)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116D1BB-CEF6-41CD-AB47-B3831591AE63}"/>
              </a:ext>
            </a:extLst>
          </p:cNvPr>
          <p:cNvGrpSpPr/>
          <p:nvPr/>
        </p:nvGrpSpPr>
        <p:grpSpPr>
          <a:xfrm>
            <a:off x="144700" y="2219127"/>
            <a:ext cx="11950222" cy="3028084"/>
            <a:chOff x="43543" y="2035629"/>
            <a:chExt cx="12759140" cy="323305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6C69C62-DB75-6FA3-896C-BF562DEE5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43543" y="2035629"/>
              <a:ext cx="4310742" cy="323305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F5EF859-06CF-63CE-15A3-094F44909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8491941" y="2035629"/>
              <a:ext cx="4310742" cy="323305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2E0A8A5-7F79-6A6A-09F2-EB7E58589E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4242318" y="2035629"/>
              <a:ext cx="4310742" cy="3233057"/>
            </a:xfrm>
            <a:prstGeom prst="rect">
              <a:avLst/>
            </a:prstGeom>
          </p:spPr>
        </p:pic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D4C8D31B-6081-1C70-F529-E908C1599B6C}"/>
              </a:ext>
            </a:extLst>
          </p:cNvPr>
          <p:cNvSpPr txBox="1">
            <a:spLocks/>
          </p:cNvSpPr>
          <p:nvPr/>
        </p:nvSpPr>
        <p:spPr>
          <a:xfrm>
            <a:off x="279146" y="1466509"/>
            <a:ext cx="4179394" cy="367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All circuit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83EA242-2BC7-6F44-502C-98BD332D83B3}"/>
              </a:ext>
            </a:extLst>
          </p:cNvPr>
          <p:cNvSpPr txBox="1">
            <a:spLocks/>
          </p:cNvSpPr>
          <p:nvPr/>
        </p:nvSpPr>
        <p:spPr>
          <a:xfrm>
            <a:off x="7543655" y="1265580"/>
            <a:ext cx="1384743" cy="769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Stim1</a:t>
            </a:r>
          </a:p>
          <a:p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R2 = 1 ohm</a:t>
            </a:r>
          </a:p>
          <a:p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Stim2</a:t>
            </a:r>
          </a:p>
          <a:p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R2 = 10 ohm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D24B7C6-5253-48A1-378C-9710FCDEF27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224" r="18745"/>
          <a:stretch>
            <a:fillRect/>
          </a:stretch>
        </p:blipFill>
        <p:spPr>
          <a:xfrm rot="16200000">
            <a:off x="9734015" y="3936656"/>
            <a:ext cx="818945" cy="380762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2E15714-1AFE-73D1-D801-E810C3F53AA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423" r="49266"/>
          <a:stretch>
            <a:fillRect/>
          </a:stretch>
        </p:blipFill>
        <p:spPr>
          <a:xfrm rot="16200000">
            <a:off x="5830901" y="4070990"/>
            <a:ext cx="818947" cy="353895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7E3EE87-4633-4907-FBF7-94E001CFA6C9}"/>
              </a:ext>
            </a:extLst>
          </p:cNvPr>
          <p:cNvSpPr txBox="1">
            <a:spLocks/>
          </p:cNvSpPr>
          <p:nvPr/>
        </p:nvSpPr>
        <p:spPr>
          <a:xfrm>
            <a:off x="2172806" y="5247211"/>
            <a:ext cx="1779519" cy="1225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With (actual) </a:t>
            </a:r>
          </a:p>
          <a:p>
            <a:pPr algn="ctr"/>
            <a:r>
              <a:rPr lang="en-U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filter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OFF</a:t>
            </a:r>
          </a:p>
          <a:p>
            <a:pPr algn="ctr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Well impedance:</a:t>
            </a:r>
          </a:p>
          <a:p>
            <a:pPr algn="ctr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Stim1: 158.6 ohm</a:t>
            </a:r>
          </a:p>
          <a:p>
            <a:pPr algn="ctr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Stim2</a:t>
            </a:r>
            <a:r>
              <a:rPr lang="en-U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159.8 ohm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3C2AE71-CA7D-76AD-CBEB-E0818C61637B}"/>
              </a:ext>
            </a:extLst>
          </p:cNvPr>
          <p:cNvSpPr txBox="1">
            <a:spLocks/>
          </p:cNvSpPr>
          <p:nvPr/>
        </p:nvSpPr>
        <p:spPr>
          <a:xfrm>
            <a:off x="485308" y="5328401"/>
            <a:ext cx="1779520" cy="1144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With (actual)</a:t>
            </a:r>
          </a:p>
          <a:p>
            <a:pPr algn="ctr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filter ON</a:t>
            </a:r>
          </a:p>
          <a:p>
            <a:pPr algn="ctr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Well impedance:</a:t>
            </a:r>
          </a:p>
          <a:p>
            <a:pPr algn="ctr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Stim1: 113.1 ohm</a:t>
            </a:r>
          </a:p>
          <a:p>
            <a:pPr algn="ctr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Stim2</a:t>
            </a:r>
            <a:r>
              <a:rPr lang="en-U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81.0 ohm</a:t>
            </a:r>
          </a:p>
          <a:p>
            <a:pPr algn="ctr"/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5EFE66-F57A-B7C8-A6F4-0C3F614AD3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308" y="6740418"/>
            <a:ext cx="6426238" cy="203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907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DA118-E797-8501-2EFC-14719A766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F5F8E14B-564B-8C1D-23BC-F922756E8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644" y="3589111"/>
            <a:ext cx="6739767" cy="306975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888CE0C-8B26-4C5D-AD2D-3868ABC54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3366" y="412615"/>
            <a:ext cx="6174853" cy="30697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333C5B-BB9D-7109-D7A9-281353720B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890" y="3535741"/>
            <a:ext cx="5753593" cy="32386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0AB7D3-F808-2E8C-BD05-429A5CB0EA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106" y="406870"/>
            <a:ext cx="5737538" cy="30221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E9A565-F344-1803-009E-D53000E8D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890" y="-185127"/>
            <a:ext cx="10515600" cy="769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Fit and simulation(</a:t>
            </a:r>
            <a:r>
              <a:rPr lang="en-US" sz="2400" b="1" dirty="0" err="1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Autolab</a:t>
            </a:r>
            <a:r>
              <a:rPr lang="en-US" sz="2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– all circuit, well: A1</a:t>
            </a:r>
            <a:endParaRPr lang="en-US" sz="2400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71253DC-D49C-3E52-051E-61F144AE0D5C}"/>
              </a:ext>
            </a:extLst>
          </p:cNvPr>
          <p:cNvSpPr txBox="1">
            <a:spLocks/>
          </p:cNvSpPr>
          <p:nvPr/>
        </p:nvSpPr>
        <p:spPr>
          <a:xfrm>
            <a:off x="1827491" y="584637"/>
            <a:ext cx="1877905" cy="382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Stim1_0 – A1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165461F-721A-D7A2-5D18-C9DDF466D713}"/>
              </a:ext>
            </a:extLst>
          </p:cNvPr>
          <p:cNvSpPr txBox="1">
            <a:spLocks/>
          </p:cNvSpPr>
          <p:nvPr/>
        </p:nvSpPr>
        <p:spPr>
          <a:xfrm>
            <a:off x="1827491" y="3829662"/>
            <a:ext cx="1877905" cy="382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Stim1_1 – A1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44D1B1-D5FC-96FB-6609-936B8A6B6A22}"/>
              </a:ext>
            </a:extLst>
          </p:cNvPr>
          <p:cNvSpPr txBox="1">
            <a:spLocks/>
          </p:cNvSpPr>
          <p:nvPr/>
        </p:nvSpPr>
        <p:spPr>
          <a:xfrm>
            <a:off x="8081841" y="584636"/>
            <a:ext cx="1877905" cy="382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Stim2_0 – A1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FE72907-07B7-2212-ECFA-3D11AA419D34}"/>
              </a:ext>
            </a:extLst>
          </p:cNvPr>
          <p:cNvSpPr txBox="1">
            <a:spLocks/>
          </p:cNvSpPr>
          <p:nvPr/>
        </p:nvSpPr>
        <p:spPr>
          <a:xfrm>
            <a:off x="8016193" y="3829661"/>
            <a:ext cx="1877905" cy="382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Stim2_1 – A1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EB3D2CB-8564-1C69-BC85-AD5CA417CE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512847" y="-15538"/>
            <a:ext cx="2370025" cy="344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240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CE250-262B-5BC8-A9F2-23CDD9068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E2B8D9F-4295-937B-78D1-ECC1127DF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586" y="3725540"/>
            <a:ext cx="6462414" cy="27410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5E7CA8-AFCE-12CC-6D99-571B7D996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236" y="645090"/>
            <a:ext cx="5581454" cy="26315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818A51-53A5-6CB4-1325-32DF5B94DC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34" y="645090"/>
            <a:ext cx="5691318" cy="26500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34ECEF-3273-F038-15D7-8CB4D2E644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706961"/>
            <a:ext cx="5729419" cy="27596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4CB1B7-A960-D5E3-BD2E-585EA0F58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70" y="0"/>
            <a:ext cx="10515600" cy="769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Fit and simulation(</a:t>
            </a:r>
            <a:r>
              <a:rPr lang="en-US" sz="2400" b="1" dirty="0" err="1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Autolab</a:t>
            </a:r>
            <a:r>
              <a:rPr lang="en-US" sz="2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– WE arm, well: A1</a:t>
            </a:r>
            <a:endParaRPr lang="en-US" sz="2400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B4B5D6E-3DD6-2A06-0AEE-758428C18F90}"/>
              </a:ext>
            </a:extLst>
          </p:cNvPr>
          <p:cNvSpPr txBox="1">
            <a:spLocks/>
          </p:cNvSpPr>
          <p:nvPr/>
        </p:nvSpPr>
        <p:spPr>
          <a:xfrm>
            <a:off x="1541908" y="967305"/>
            <a:ext cx="1877905" cy="382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Stim1_0 – A1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C585CFB-BB70-DF00-124C-3BF52AA93D0F}"/>
              </a:ext>
            </a:extLst>
          </p:cNvPr>
          <p:cNvSpPr txBox="1">
            <a:spLocks/>
          </p:cNvSpPr>
          <p:nvPr/>
        </p:nvSpPr>
        <p:spPr>
          <a:xfrm>
            <a:off x="1418574" y="4076447"/>
            <a:ext cx="1877905" cy="382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Stim1_1 – A1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6A65EC-2E80-BDE7-B8FA-700D97E23B0E}"/>
              </a:ext>
            </a:extLst>
          </p:cNvPr>
          <p:cNvSpPr txBox="1">
            <a:spLocks/>
          </p:cNvSpPr>
          <p:nvPr/>
        </p:nvSpPr>
        <p:spPr>
          <a:xfrm>
            <a:off x="7582308" y="809008"/>
            <a:ext cx="1877905" cy="382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Stim2_0 – A1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21CD981-8A39-5F48-2CBD-0AABCDEC927B}"/>
              </a:ext>
            </a:extLst>
          </p:cNvPr>
          <p:cNvSpPr txBox="1">
            <a:spLocks/>
          </p:cNvSpPr>
          <p:nvPr/>
        </p:nvSpPr>
        <p:spPr>
          <a:xfrm>
            <a:off x="7582307" y="3956119"/>
            <a:ext cx="1877905" cy="382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Stim2_1 – A1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D03C140-1B4C-E930-43AF-9E14F1F795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547088" y="0"/>
            <a:ext cx="2370025" cy="344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42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890AE-E2D2-DFE0-41E6-BC36CFF2B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D355D53-78D7-CC3F-7BFE-C99315A22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195" y="3718672"/>
            <a:ext cx="5649050" cy="323569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7B8A4F0-2B91-DB96-FEEA-31A47D6B34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255" y="653577"/>
            <a:ext cx="5227420" cy="30650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C7DA7A2-564A-0F20-42A6-CB3133222C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070" y="3660410"/>
            <a:ext cx="5762621" cy="32309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0BC377-5F64-17D4-470B-35C299898C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070" y="653577"/>
            <a:ext cx="5762621" cy="30068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6856C2-82CA-77F3-747D-18E78ACFA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70" y="0"/>
            <a:ext cx="10515600" cy="769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Fit and simulation(</a:t>
            </a:r>
            <a:r>
              <a:rPr lang="en-US" sz="2400" b="1" dirty="0" err="1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Autolab</a:t>
            </a:r>
            <a:r>
              <a:rPr lang="en-US" sz="2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– CE arm, well: A1</a:t>
            </a:r>
            <a:endParaRPr lang="en-US" sz="2400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6098D9E-C436-CCD5-9416-F38C3473696D}"/>
              </a:ext>
            </a:extLst>
          </p:cNvPr>
          <p:cNvSpPr txBox="1">
            <a:spLocks/>
          </p:cNvSpPr>
          <p:nvPr/>
        </p:nvSpPr>
        <p:spPr>
          <a:xfrm>
            <a:off x="1951973" y="725192"/>
            <a:ext cx="1877905" cy="382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Stim1_0 – A1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575087-3F1C-85A7-D9F1-606DABC454AE}"/>
              </a:ext>
            </a:extLst>
          </p:cNvPr>
          <p:cNvSpPr txBox="1">
            <a:spLocks/>
          </p:cNvSpPr>
          <p:nvPr/>
        </p:nvSpPr>
        <p:spPr>
          <a:xfrm>
            <a:off x="1951974" y="3764784"/>
            <a:ext cx="1877905" cy="382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Stim1_1 – A1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0CBC0C6-D2CF-649B-31F3-119A8DD158F6}"/>
              </a:ext>
            </a:extLst>
          </p:cNvPr>
          <p:cNvSpPr txBox="1">
            <a:spLocks/>
          </p:cNvSpPr>
          <p:nvPr/>
        </p:nvSpPr>
        <p:spPr>
          <a:xfrm>
            <a:off x="7944013" y="769763"/>
            <a:ext cx="1877905" cy="382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Stim2_0 – A1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6A6278A-DCD0-3270-1400-810596BCF2D7}"/>
              </a:ext>
            </a:extLst>
          </p:cNvPr>
          <p:cNvSpPr txBox="1">
            <a:spLocks/>
          </p:cNvSpPr>
          <p:nvPr/>
        </p:nvSpPr>
        <p:spPr>
          <a:xfrm>
            <a:off x="7944013" y="3764784"/>
            <a:ext cx="1877905" cy="382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Stim2_1 – A1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DB79F2-9AAC-6B29-B28B-5873A2E33E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594560" y="0"/>
            <a:ext cx="2370025" cy="344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845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5E43C-2C9A-D521-48B8-A5DCF8356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37680AA8-C4C9-E113-10A9-CAFB97754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946" y="3849487"/>
            <a:ext cx="4991100" cy="28857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F17B9DB-6396-DCFE-32EC-DCE580915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45" y="3820419"/>
            <a:ext cx="4472007" cy="27264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EE36CD3-05A7-C907-E737-90F27D2A0D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445" y="606415"/>
            <a:ext cx="4472007" cy="30830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2CACCC-1F1C-E4AE-2B4D-53D0BAA14E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1954" y="606414"/>
            <a:ext cx="5504594" cy="30830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C8FB91-FDB0-5F7A-1A0F-8403E8CF8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4166"/>
            <a:ext cx="10515600" cy="769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Circle fit (</a:t>
            </a:r>
            <a:r>
              <a:rPr lang="en-US" sz="2400" b="1" dirty="0" err="1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Autolab</a:t>
            </a:r>
            <a:r>
              <a:rPr lang="en-US" sz="2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– all circuit, well: A1 FIXED</a:t>
            </a:r>
            <a:endParaRPr lang="en-US" sz="2400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D205256-9E5F-6E82-4116-AE693FFCC241}"/>
              </a:ext>
            </a:extLst>
          </p:cNvPr>
          <p:cNvSpPr txBox="1">
            <a:spLocks/>
          </p:cNvSpPr>
          <p:nvPr/>
        </p:nvSpPr>
        <p:spPr>
          <a:xfrm>
            <a:off x="1447495" y="766444"/>
            <a:ext cx="1877905" cy="382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Stim1_0 – A1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7483E1-9A2F-13DF-E51B-5BD10D52EE02}"/>
              </a:ext>
            </a:extLst>
          </p:cNvPr>
          <p:cNvSpPr txBox="1">
            <a:spLocks/>
          </p:cNvSpPr>
          <p:nvPr/>
        </p:nvSpPr>
        <p:spPr>
          <a:xfrm>
            <a:off x="1447495" y="3980448"/>
            <a:ext cx="1877905" cy="382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Stim1_1 – A1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9997594-9431-BB51-704F-F98A1DFEDA76}"/>
              </a:ext>
            </a:extLst>
          </p:cNvPr>
          <p:cNvSpPr txBox="1">
            <a:spLocks/>
          </p:cNvSpPr>
          <p:nvPr/>
        </p:nvSpPr>
        <p:spPr>
          <a:xfrm>
            <a:off x="6514797" y="797748"/>
            <a:ext cx="1877905" cy="382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Stim2_0 – A1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9F79C90-980B-5F18-BE7D-EF712E729DAF}"/>
              </a:ext>
            </a:extLst>
          </p:cNvPr>
          <p:cNvSpPr txBox="1">
            <a:spLocks/>
          </p:cNvSpPr>
          <p:nvPr/>
        </p:nvSpPr>
        <p:spPr>
          <a:xfrm>
            <a:off x="6514796" y="4021951"/>
            <a:ext cx="1877905" cy="382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Stim2_1 – A1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05A7CD22-3DE9-AEC0-828B-9399FCE821D3}"/>
              </a:ext>
            </a:extLst>
          </p:cNvPr>
          <p:cNvSpPr txBox="1">
            <a:spLocks/>
          </p:cNvSpPr>
          <p:nvPr/>
        </p:nvSpPr>
        <p:spPr>
          <a:xfrm>
            <a:off x="10236549" y="606413"/>
            <a:ext cx="1955452" cy="3756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</a:t>
            </a:r>
            <a:r>
              <a:rPr lang="en-US" sz="6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component</a:t>
            </a:r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</a:p>
          <a:p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24.0x4=96</a:t>
            </a:r>
          </a:p>
          <a:p>
            <a:endParaRPr lang="en-US"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25.9x4=103.6</a:t>
            </a:r>
          </a:p>
          <a:p>
            <a:endParaRPr lang="en-US"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26.6x4=106.4</a:t>
            </a:r>
          </a:p>
          <a:p>
            <a:endParaRPr lang="en-US"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27.2x4=108.8</a:t>
            </a:r>
          </a:p>
          <a:p>
            <a:endParaRPr lang="en-US"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Avg=</a:t>
            </a:r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103.7 ohm</a:t>
            </a:r>
          </a:p>
          <a:p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From single arm: 21.4x4=</a:t>
            </a:r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85.6 ohm</a:t>
            </a:r>
          </a:p>
          <a:p>
            <a:endParaRPr lang="en-US" sz="11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MUX: 50ca.x2</a:t>
            </a:r>
          </a:p>
          <a:p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IC6: 5 ca. x2</a:t>
            </a:r>
          </a:p>
          <a:p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Expected: 110 ohm</a:t>
            </a:r>
          </a:p>
        </p:txBody>
      </p:sp>
    </p:spTree>
    <p:extLst>
      <p:ext uri="{BB962C8B-B14F-4D97-AF65-F5344CB8AC3E}">
        <p14:creationId xmlns:p14="http://schemas.microsoft.com/office/powerpoint/2010/main" val="1772507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8F0A4-55E7-51F9-389B-A9B2CF4BE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62AEC-C7E3-41E4-077D-88A929C71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13" y="-13960"/>
            <a:ext cx="10515600" cy="769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Circle fit (</a:t>
            </a:r>
            <a:r>
              <a:rPr lang="en-US" sz="2400" b="1" dirty="0" err="1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Autolab</a:t>
            </a:r>
            <a:r>
              <a:rPr lang="en-US" sz="2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– all circuit, well: A1</a:t>
            </a:r>
            <a:endParaRPr lang="en-US" sz="2400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2273452-2B8E-CE22-F02C-08E60EBEC874}"/>
              </a:ext>
            </a:extLst>
          </p:cNvPr>
          <p:cNvGrpSpPr/>
          <p:nvPr/>
        </p:nvGrpSpPr>
        <p:grpSpPr>
          <a:xfrm>
            <a:off x="213114" y="584637"/>
            <a:ext cx="5685116" cy="3019037"/>
            <a:chOff x="446730" y="1163990"/>
            <a:chExt cx="5685116" cy="3019037"/>
          </a:xfrm>
        </p:grpSpPr>
        <p:pic>
          <p:nvPicPr>
            <p:cNvPr id="8" name="Picture 7" descr="A screen shot of a graph&#10;&#10;AI-generated content may be incorrect.">
              <a:extLst>
                <a:ext uri="{FF2B5EF4-FFF2-40B4-BE49-F238E27FC236}">
                  <a16:creationId xmlns:a16="http://schemas.microsoft.com/office/drawing/2014/main" id="{789AC08E-EEAB-0470-B59B-849F12B62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1094"/>
            <a:stretch>
              <a:fillRect/>
            </a:stretch>
          </p:blipFill>
          <p:spPr>
            <a:xfrm>
              <a:off x="446730" y="1184930"/>
              <a:ext cx="5685116" cy="2998097"/>
            </a:xfrm>
            <a:prstGeom prst="rect">
              <a:avLst/>
            </a:prstGeom>
          </p:spPr>
        </p:pic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4E9D8C95-9330-468A-2122-67ADE750AB90}"/>
                </a:ext>
              </a:extLst>
            </p:cNvPr>
            <p:cNvSpPr txBox="1">
              <a:spLocks/>
            </p:cNvSpPr>
            <p:nvPr/>
          </p:nvSpPr>
          <p:spPr>
            <a:xfrm>
              <a:off x="2061107" y="1163990"/>
              <a:ext cx="1877905" cy="3826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2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Stim1_0 – A1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9CBC156-C159-3DC3-5A03-4D9672573457}"/>
              </a:ext>
            </a:extLst>
          </p:cNvPr>
          <p:cNvGrpSpPr/>
          <p:nvPr/>
        </p:nvGrpSpPr>
        <p:grpSpPr>
          <a:xfrm>
            <a:off x="213113" y="3706961"/>
            <a:ext cx="5748041" cy="3048514"/>
            <a:chOff x="446729" y="4286314"/>
            <a:chExt cx="5748041" cy="3048514"/>
          </a:xfrm>
        </p:grpSpPr>
        <p:pic>
          <p:nvPicPr>
            <p:cNvPr id="10" name="Picture 9" descr="A screenshot of a graph&#10;&#10;AI-generated content may be incorrect.">
              <a:extLst>
                <a:ext uri="{FF2B5EF4-FFF2-40B4-BE49-F238E27FC236}">
                  <a16:creationId xmlns:a16="http://schemas.microsoft.com/office/drawing/2014/main" id="{1BC72823-7608-6122-BF78-58BC50CF2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6729" y="4286314"/>
              <a:ext cx="5748041" cy="3048514"/>
            </a:xfrm>
            <a:prstGeom prst="rect">
              <a:avLst/>
            </a:prstGeom>
          </p:spPr>
        </p:pic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53BD5377-2D6C-DA05-A112-476AE8623701}"/>
                </a:ext>
              </a:extLst>
            </p:cNvPr>
            <p:cNvSpPr txBox="1">
              <a:spLocks/>
            </p:cNvSpPr>
            <p:nvPr/>
          </p:nvSpPr>
          <p:spPr>
            <a:xfrm>
              <a:off x="2061107" y="4286314"/>
              <a:ext cx="1877905" cy="3826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2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Stim1_1 – A1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E6BB95E-1016-178E-CE95-D9C3A4B0CD97}"/>
              </a:ext>
            </a:extLst>
          </p:cNvPr>
          <p:cNvGrpSpPr/>
          <p:nvPr/>
        </p:nvGrpSpPr>
        <p:grpSpPr>
          <a:xfrm>
            <a:off x="6011077" y="584636"/>
            <a:ext cx="6019435" cy="3004372"/>
            <a:chOff x="6244693" y="1163989"/>
            <a:chExt cx="6019435" cy="3004372"/>
          </a:xfrm>
        </p:grpSpPr>
        <p:pic>
          <p:nvPicPr>
            <p:cNvPr id="12" name="Picture 11" descr="A graph of a curve&#10;&#10;AI-generated content may be incorrect.">
              <a:extLst>
                <a:ext uri="{FF2B5EF4-FFF2-40B4-BE49-F238E27FC236}">
                  <a16:creationId xmlns:a16="http://schemas.microsoft.com/office/drawing/2014/main" id="{57598FBE-0D3B-8E26-76AC-9458E8FBB8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44693" y="1163990"/>
              <a:ext cx="6019435" cy="3004371"/>
            </a:xfrm>
            <a:prstGeom prst="rect">
              <a:avLst/>
            </a:prstGeom>
          </p:spPr>
        </p:pic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8611A65C-8301-7BFF-D721-ED2FB278B83B}"/>
                </a:ext>
              </a:extLst>
            </p:cNvPr>
            <p:cNvSpPr txBox="1">
              <a:spLocks/>
            </p:cNvSpPr>
            <p:nvPr/>
          </p:nvSpPr>
          <p:spPr>
            <a:xfrm>
              <a:off x="8315457" y="1163989"/>
              <a:ext cx="1877905" cy="3826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2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Stim2_0 – A1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73D8CDE-F175-1A1E-7485-C9033383598F}"/>
              </a:ext>
            </a:extLst>
          </p:cNvPr>
          <p:cNvGrpSpPr/>
          <p:nvPr/>
        </p:nvGrpSpPr>
        <p:grpSpPr>
          <a:xfrm>
            <a:off x="5983962" y="3706961"/>
            <a:ext cx="5892987" cy="3052363"/>
            <a:chOff x="6217578" y="4286314"/>
            <a:chExt cx="5892987" cy="3052363"/>
          </a:xfrm>
        </p:grpSpPr>
        <p:pic>
          <p:nvPicPr>
            <p:cNvPr id="14" name="Picture 13" descr="A screenshot of a graph&#10;&#10;AI-generated content may be incorrect.">
              <a:extLst>
                <a:ext uri="{FF2B5EF4-FFF2-40B4-BE49-F238E27FC236}">
                  <a16:creationId xmlns:a16="http://schemas.microsoft.com/office/drawing/2014/main" id="{70B81133-8712-3C64-D3C9-FCDB91DDA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76"/>
            <a:stretch>
              <a:fillRect/>
            </a:stretch>
          </p:blipFill>
          <p:spPr>
            <a:xfrm>
              <a:off x="6217578" y="4286315"/>
              <a:ext cx="5892987" cy="3052362"/>
            </a:xfrm>
            <a:prstGeom prst="rect">
              <a:avLst/>
            </a:prstGeom>
          </p:spPr>
        </p:pic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884CD474-19C0-3875-E5C6-7C476248DF8F}"/>
                </a:ext>
              </a:extLst>
            </p:cNvPr>
            <p:cNvSpPr txBox="1">
              <a:spLocks/>
            </p:cNvSpPr>
            <p:nvPr/>
          </p:nvSpPr>
          <p:spPr>
            <a:xfrm>
              <a:off x="8252988" y="4286314"/>
              <a:ext cx="1877905" cy="3826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12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Stim2_1 – A1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590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7AABB-E91B-BBAA-C6A2-CF0DF064E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70FFA-7AA9-C7C5-1814-E5BE203AE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13" y="32500"/>
            <a:ext cx="10515600" cy="769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Values @ 1 kHz  circuit - well</a:t>
            </a:r>
            <a:endParaRPr lang="en-US" sz="2400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1" name="Picture 10" descr="A green and purple rectangular bars&#10;&#10;AI-generated content may be incorrect.">
            <a:extLst>
              <a:ext uri="{FF2B5EF4-FFF2-40B4-BE49-F238E27FC236}">
                <a16:creationId xmlns:a16="http://schemas.microsoft.com/office/drawing/2014/main" id="{3C625CB9-8BDE-17A8-3073-E12D38D5D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827" y="355835"/>
            <a:ext cx="4559300" cy="3799417"/>
          </a:xfrm>
          <a:prstGeom prst="rect">
            <a:avLst/>
          </a:prstGeom>
        </p:spPr>
      </p:pic>
      <p:pic>
        <p:nvPicPr>
          <p:cNvPr id="19" name="Picture 18" descr="A graph of a sample&#10;&#10;AI-generated content may be incorrect.">
            <a:extLst>
              <a:ext uri="{FF2B5EF4-FFF2-40B4-BE49-F238E27FC236}">
                <a16:creationId xmlns:a16="http://schemas.microsoft.com/office/drawing/2014/main" id="{4C93E18C-E35B-27BC-E7CD-036176746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50" y="662214"/>
            <a:ext cx="6635750" cy="2843892"/>
          </a:xfrm>
          <a:prstGeom prst="rect">
            <a:avLst/>
          </a:prstGeom>
        </p:spPr>
      </p:pic>
      <p:pic>
        <p:nvPicPr>
          <p:cNvPr id="21" name="Picture 20" descr="A comparison of graphs with different colors&#10;&#10;AI-generated content may be incorrect.">
            <a:extLst>
              <a:ext uri="{FF2B5EF4-FFF2-40B4-BE49-F238E27FC236}">
                <a16:creationId xmlns:a16="http://schemas.microsoft.com/office/drawing/2014/main" id="{6EABB631-F4BB-9669-02B9-B79E547797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526972"/>
            <a:ext cx="6743700" cy="28901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33BD64F-39F8-D510-1D5E-73965B7065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8531" y="4216798"/>
            <a:ext cx="2967892" cy="242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75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A2ADA-E26F-39EC-760B-248239F06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58A0B-C584-878E-3DAD-16E2B84F6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13" y="-13960"/>
            <a:ext cx="6378187" cy="769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Circle fit (</a:t>
            </a:r>
            <a:r>
              <a:rPr lang="en-US" sz="2400" b="1" dirty="0" err="1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Autolab</a:t>
            </a:r>
            <a:r>
              <a:rPr lang="en-US" sz="2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– well PEDOT vs Pt</a:t>
            </a:r>
            <a:endParaRPr lang="en-US" sz="2400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137E55-5EC9-C257-7421-01980B21A9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102"/>
          <a:stretch>
            <a:fillRect/>
          </a:stretch>
        </p:blipFill>
        <p:spPr>
          <a:xfrm>
            <a:off x="67734" y="686746"/>
            <a:ext cx="3327400" cy="309379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5449DDE-B5FC-AC6F-78BA-01E2C0750C2D}"/>
              </a:ext>
            </a:extLst>
          </p:cNvPr>
          <p:cNvSpPr txBox="1">
            <a:spLocks/>
          </p:cNvSpPr>
          <p:nvPr/>
        </p:nvSpPr>
        <p:spPr>
          <a:xfrm>
            <a:off x="1067578" y="819303"/>
            <a:ext cx="1877905" cy="382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D1_Pt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0183B75-02CA-9DE0-2984-89036FA91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2331" y="686746"/>
            <a:ext cx="3481904" cy="3093793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A65A2F04-FABF-F295-D75B-95611A4231DC}"/>
              </a:ext>
            </a:extLst>
          </p:cNvPr>
          <p:cNvSpPr txBox="1">
            <a:spLocks/>
          </p:cNvSpPr>
          <p:nvPr/>
        </p:nvSpPr>
        <p:spPr>
          <a:xfrm>
            <a:off x="4329061" y="819302"/>
            <a:ext cx="1877905" cy="382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D2_Pt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01E50F3-51A7-6BDA-C3D4-731D9564B9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4166" y="684742"/>
            <a:ext cx="3785669" cy="3099984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6B0949A6-E507-12A0-E49E-EF1667E88E30}"/>
              </a:ext>
            </a:extLst>
          </p:cNvPr>
          <p:cNvSpPr txBox="1">
            <a:spLocks/>
          </p:cNvSpPr>
          <p:nvPr/>
        </p:nvSpPr>
        <p:spPr>
          <a:xfrm>
            <a:off x="8217976" y="817296"/>
            <a:ext cx="1877905" cy="382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D3_Pt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106B6E1-FBE7-4690-FE8A-3DC6A05608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34" y="3882278"/>
            <a:ext cx="3327400" cy="2864683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BD81AE86-3AA6-D9AC-2DB6-E01104F6CDE4}"/>
              </a:ext>
            </a:extLst>
          </p:cNvPr>
          <p:cNvSpPr txBox="1">
            <a:spLocks/>
          </p:cNvSpPr>
          <p:nvPr/>
        </p:nvSpPr>
        <p:spPr>
          <a:xfrm>
            <a:off x="885614" y="3951970"/>
            <a:ext cx="1877905" cy="382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A1_PEDOT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AB178D6-934E-B95A-D8C0-EC570974D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2331" y="3882278"/>
            <a:ext cx="3497762" cy="286468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FDF5FA1B-1FD4-AB1F-E590-3565C970B45E}"/>
              </a:ext>
            </a:extLst>
          </p:cNvPr>
          <p:cNvSpPr txBox="1">
            <a:spLocks/>
          </p:cNvSpPr>
          <p:nvPr/>
        </p:nvSpPr>
        <p:spPr>
          <a:xfrm>
            <a:off x="4429531" y="3951970"/>
            <a:ext cx="1877905" cy="382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A3_PEDOT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20032F9-8A43-EB32-D5B8-7E98C3F924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5765" y="3882278"/>
            <a:ext cx="3582469" cy="2862678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B57B30FC-132A-E86C-C826-5663B761C176}"/>
              </a:ext>
            </a:extLst>
          </p:cNvPr>
          <p:cNvSpPr txBox="1">
            <a:spLocks/>
          </p:cNvSpPr>
          <p:nvPr/>
        </p:nvSpPr>
        <p:spPr>
          <a:xfrm>
            <a:off x="8217975" y="3949964"/>
            <a:ext cx="1877905" cy="382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A6_PEDOT</a:t>
            </a: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7FACB7FB-E17D-09BA-3D4F-195500967D88}"/>
              </a:ext>
            </a:extLst>
          </p:cNvPr>
          <p:cNvSpPr txBox="1">
            <a:spLocks/>
          </p:cNvSpPr>
          <p:nvPr/>
        </p:nvSpPr>
        <p:spPr>
          <a:xfrm>
            <a:off x="10879835" y="755803"/>
            <a:ext cx="1295341" cy="30247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Pt Average</a:t>
            </a:r>
          </a:p>
          <a:p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Rs = 161 ohm </a:t>
            </a:r>
          </a:p>
          <a:p>
            <a:r>
              <a:rPr lang="en-US" sz="1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Cdl</a:t>
            </a: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= 224.3 </a:t>
            </a:r>
            <a:r>
              <a:rPr lang="en-US" sz="1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uF</a:t>
            </a:r>
            <a:endParaRPr lang="en-US"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Rct</a:t>
            </a: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= 4.45 </a:t>
            </a:r>
            <a:r>
              <a:rPr lang="en-US" sz="1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kohm</a:t>
            </a:r>
            <a:endParaRPr lang="en-US"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2CA922D2-0498-8CE7-592A-41D594C7BC2A}"/>
              </a:ext>
            </a:extLst>
          </p:cNvPr>
          <p:cNvSpPr txBox="1">
            <a:spLocks/>
          </p:cNvSpPr>
          <p:nvPr/>
        </p:nvSpPr>
        <p:spPr>
          <a:xfrm>
            <a:off x="10879835" y="3429000"/>
            <a:ext cx="1193741" cy="30247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PEDOT Average</a:t>
            </a:r>
          </a:p>
          <a:p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Rs = 163 ohm </a:t>
            </a:r>
          </a:p>
          <a:p>
            <a:r>
              <a:rPr lang="en-US" sz="1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Cdl</a:t>
            </a: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= 653.5 </a:t>
            </a:r>
            <a:r>
              <a:rPr lang="en-US" sz="1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uF</a:t>
            </a:r>
            <a:endParaRPr lang="en-US"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Rct</a:t>
            </a: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= 1.58 </a:t>
            </a:r>
            <a:r>
              <a:rPr lang="en-US" sz="1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kohm</a:t>
            </a:r>
            <a:endParaRPr lang="en-US"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US"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NB</a:t>
            </a: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A1 was excluded because the fitting was not accurate</a:t>
            </a:r>
          </a:p>
        </p:txBody>
      </p:sp>
    </p:spTree>
    <p:extLst>
      <p:ext uri="{BB962C8B-B14F-4D97-AF65-F5344CB8AC3E}">
        <p14:creationId xmlns:p14="http://schemas.microsoft.com/office/powerpoint/2010/main" val="3147023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2F580-78EF-664F-F1F0-BDE1975E8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F4D9B9F-ACF7-E339-CB03-65555B3EF0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3680560"/>
            <a:ext cx="4248150" cy="31861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91F10D1-E434-6F33-E2BC-649E43DC35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9096" y="3680560"/>
            <a:ext cx="4142454" cy="310684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13F19BB-30E4-FD11-751F-0761DED0C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13" y="32500"/>
            <a:ext cx="10515600" cy="769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24device - well only</a:t>
            </a:r>
            <a:endParaRPr lang="en-US" sz="2400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2" name="Picture 11" descr="A graph of different colored bars&#10;&#10;Description automatically generated with medium confidence">
            <a:extLst>
              <a:ext uri="{FF2B5EF4-FFF2-40B4-BE49-F238E27FC236}">
                <a16:creationId xmlns:a16="http://schemas.microsoft.com/office/drawing/2014/main" id="{0EFB22A5-B34C-6E98-4D54-D9B924ABE5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096" y="638175"/>
            <a:ext cx="4398639" cy="32989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AE5EFC-DE81-9343-1FBA-1BC64F32551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6000" y="638175"/>
            <a:ext cx="4398639" cy="329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786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D0714-F6CC-762E-C6C6-0C6EEF92D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014C7-96B4-2CE0-DDE2-ABB1AF709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13" y="32500"/>
            <a:ext cx="10515600" cy="769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Simulation – Stim1_0</a:t>
            </a:r>
            <a:endParaRPr lang="en-US" sz="2400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7C2D36-A8A6-0B66-F09D-F665113EE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72" y="802263"/>
            <a:ext cx="9895281" cy="55719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86096-2E27-AC01-1D07-11188A06D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4459" y="6943767"/>
            <a:ext cx="7772400" cy="667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5246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939D8-BB03-22D5-DF16-44C91E9F4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D82C6-0208-F2A2-033F-60D597615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13" y="32500"/>
            <a:ext cx="10515600" cy="769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Simulation – Stim1_1</a:t>
            </a:r>
            <a:endParaRPr lang="en-US" sz="2400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F8950F-74A6-BDDA-74B0-AC3313239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59" y="700255"/>
            <a:ext cx="9905964" cy="594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4546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CA85B-4C97-E65A-A1F0-1502C50AB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421D-BECE-3A05-944D-35D25E8BF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13" y="32500"/>
            <a:ext cx="10515600" cy="7697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Conclusions</a:t>
            </a:r>
            <a:endParaRPr lang="en-US" sz="2400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B69BA7-FA52-A68D-61AA-8577940DE8D6}"/>
              </a:ext>
            </a:extLst>
          </p:cNvPr>
          <p:cNvSpPr txBox="1"/>
          <p:nvPr/>
        </p:nvSpPr>
        <p:spPr>
          <a:xfrm>
            <a:off x="340123" y="587015"/>
            <a:ext cx="1131404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impedance of the well only at 1 kHz is 160 ohm ca. (at 1mA, expected EF is 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impedance of the circuit is around 300 ohm at &gt;1000 Hz and without capacitors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Capacitors make the impedance at low frequency too high to be used, so the filter will only be activated at &gt;1000 Hz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capacitors shift the phase quite a lot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Stim 2 had a lower impedance of the circuit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R</a:t>
            </a:r>
            <a:r>
              <a:rPr lang="en-US" baseline="-25000" dirty="0" err="1"/>
              <a:t>measure</a:t>
            </a:r>
            <a:r>
              <a:rPr lang="en-US" baseline="-25000" dirty="0"/>
              <a:t> </a:t>
            </a:r>
            <a:r>
              <a:rPr lang="en-US" dirty="0"/>
              <a:t>resistor is ok at 1 ohm to minimize difference between WE and 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PEDOT and Pt have comparable impedance and </a:t>
            </a:r>
            <a:r>
              <a:rPr lang="en-US" dirty="0" err="1"/>
              <a:t>behaviour</a:t>
            </a:r>
            <a:r>
              <a:rPr lang="en-US" dirty="0"/>
              <a:t>. Impedance only changes a lot at 1-5 Hz. I will probably keep it Pt to minimize variability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 can calculate the actual impedance of the well for each frequency and estimate the well Voltage, assuming circuit impedance is 270 ohm and the well impedance is 160 ca.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impedance and phase values at 1kHz are reflected in the simulations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 calculate the impedance of the well, I will remove the average impedance of the circuit at the given frequency based on average ON and OFF values. The phase will also be recorded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u="sng" dirty="0"/>
              <a:t>Next: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change both MUX to stim 2 conditions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Remove PEDOT and measure all circuit values again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Validate the well voltage values with oscilloscope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Build GUI to operate PCB and to visualize the voltage in the well real time and record expected impedance and phase shift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BE10A0-D69B-9B92-0509-35F77F128FBD}"/>
              </a:ext>
            </a:extLst>
          </p:cNvPr>
          <p:cNvSpPr txBox="1">
            <a:spLocks/>
          </p:cNvSpPr>
          <p:nvPr/>
        </p:nvSpPr>
        <p:spPr>
          <a:xfrm>
            <a:off x="9285552" y="-74592"/>
            <a:ext cx="2886321" cy="1589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Electrode-electrolyte interface values are:</a:t>
            </a:r>
          </a:p>
          <a:p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PEDOT Average</a:t>
            </a:r>
          </a:p>
          <a:p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Rs = 163 ohm </a:t>
            </a:r>
          </a:p>
          <a:p>
            <a:r>
              <a:rPr lang="en-US" sz="1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Cdl</a:t>
            </a: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= 653.5 </a:t>
            </a:r>
            <a:r>
              <a:rPr lang="en-US" sz="1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uF</a:t>
            </a:r>
            <a:endParaRPr lang="en-US"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Rct</a:t>
            </a: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= 1.58 </a:t>
            </a:r>
            <a:r>
              <a:rPr lang="en-US" sz="1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kohm</a:t>
            </a:r>
            <a:endParaRPr lang="en-US" sz="11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Pt Average</a:t>
            </a:r>
          </a:p>
          <a:p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Rs = 161 ohm </a:t>
            </a:r>
          </a:p>
          <a:p>
            <a:r>
              <a:rPr lang="en-US" sz="1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Cdl</a:t>
            </a: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= 224.3 </a:t>
            </a:r>
            <a:r>
              <a:rPr lang="en-US" sz="1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uF</a:t>
            </a:r>
            <a:endParaRPr lang="en-US"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Rct</a:t>
            </a: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= 4.45 </a:t>
            </a:r>
            <a:r>
              <a:rPr lang="en-US" sz="1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kohm</a:t>
            </a:r>
            <a:endParaRPr lang="en-US"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2E8D304-B715-863D-529A-FFAB98E50674}"/>
              </a:ext>
            </a:extLst>
          </p:cNvPr>
          <p:cNvSpPr txBox="1">
            <a:spLocks/>
          </p:cNvSpPr>
          <p:nvPr/>
        </p:nvSpPr>
        <p:spPr>
          <a:xfrm>
            <a:off x="9314333" y="2110946"/>
            <a:ext cx="1193741" cy="30247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9896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4088</TotalTime>
  <Words>850</Words>
  <Application>Microsoft Macintosh PowerPoint</Application>
  <PresentationFormat>Widescreen</PresentationFormat>
  <Paragraphs>188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Roboto</vt:lpstr>
      <vt:lpstr>Office Theme</vt:lpstr>
      <vt:lpstr>PCB 24wells</vt:lpstr>
      <vt:lpstr>PowerPoint Presentation</vt:lpstr>
      <vt:lpstr>PCB desgin</vt:lpstr>
      <vt:lpstr>PowerPoint Presentation</vt:lpstr>
      <vt:lpstr>EIS results</vt:lpstr>
      <vt:lpstr>The circuit</vt:lpstr>
      <vt:lpstr>All circuit - impedance</vt:lpstr>
      <vt:lpstr>All circuit - phase</vt:lpstr>
      <vt:lpstr>Single arm - Impedance</vt:lpstr>
      <vt:lpstr>Single arm - Phase</vt:lpstr>
      <vt:lpstr>WE vs CE</vt:lpstr>
      <vt:lpstr>Values @ 1 kHz</vt:lpstr>
      <vt:lpstr>Values @ 10 Hz</vt:lpstr>
      <vt:lpstr>Fit and simulation(Autolab) – all circuit, well: A1</vt:lpstr>
      <vt:lpstr>Fit and simulation(Autolab) – WE arm, well: A1</vt:lpstr>
      <vt:lpstr>Fit and simulation(Autolab) – CE arm, well: A1</vt:lpstr>
      <vt:lpstr>Circle fit (Autolab) – all circuit, well: A1 FIXED</vt:lpstr>
      <vt:lpstr>Circle fit (Autolab) – all circuit, well: A1</vt:lpstr>
      <vt:lpstr>Values @ 1 kHz  circuit - well</vt:lpstr>
      <vt:lpstr>Circle fit (Autolab) – well PEDOT vs Pt</vt:lpstr>
      <vt:lpstr>24device - well only</vt:lpstr>
      <vt:lpstr>Simulation – Stim1_0</vt:lpstr>
      <vt:lpstr>Simulation – Stim1_1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Peressotti, Sofia</dc:creator>
  <cp:lastModifiedBy>Peressotti, Sofia</cp:lastModifiedBy>
  <cp:revision>1</cp:revision>
  <dcterms:created xsi:type="dcterms:W3CDTF">2026-01-15T15:27:12Z</dcterms:created>
  <dcterms:modified xsi:type="dcterms:W3CDTF">2026-09-29T12:49:01Z</dcterms:modified>
</cp:coreProperties>
</file>